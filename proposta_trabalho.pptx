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8"/>
  </p:notesMasterIdLst>
  <p:sldIdLst>
    <p:sldId id="256" r:id="rId2"/>
    <p:sldId id="264" r:id="rId3"/>
    <p:sldId id="258" r:id="rId4"/>
    <p:sldId id="259" r:id="rId5"/>
    <p:sldId id="265" r:id="rId6"/>
    <p:sldId id="262" r:id="rId7"/>
  </p:sldIdLst>
  <p:sldSz cx="12192000" cy="6858000"/>
  <p:notesSz cx="6858000" cy="9144000"/>
  <p:embeddedFontLst>
    <p:embeddedFont>
      <p:font typeface="Cambria Math" panose="02040503050406030204" pitchFamily="18" charset="0"/>
      <p:regular r:id="rId9"/>
    </p:embeddedFont>
    <p:embeddedFont>
      <p:font typeface="Fira Sans" panose="020B05030500000200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97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u Wuillaume (Nokia)" userId="083a375f-69a1-4c40-abb4-ce7ba86f36fc" providerId="ADAL" clId="{CBAB0D85-44C0-4A0F-99F2-B7FF565933E1}"/>
    <pc:docChg chg="undo custSel addSld delSld modSld sldOrd modMainMaster">
      <pc:chgData name="Malu Wuillaume (Nokia)" userId="083a375f-69a1-4c40-abb4-ce7ba86f36fc" providerId="ADAL" clId="{CBAB0D85-44C0-4A0F-99F2-B7FF565933E1}" dt="2026-05-20T18:22:49.498" v="1019" actId="47"/>
      <pc:docMkLst>
        <pc:docMk/>
      </pc:docMkLst>
      <pc:sldChg chg="addSp modSp mod">
        <pc:chgData name="Malu Wuillaume (Nokia)" userId="083a375f-69a1-4c40-abb4-ce7ba86f36fc" providerId="ADAL" clId="{CBAB0D85-44C0-4A0F-99F2-B7FF565933E1}" dt="2026-05-19T12:28:44.962" v="71" actId="1076"/>
        <pc:sldMkLst>
          <pc:docMk/>
          <pc:sldMk cId="0" sldId="256"/>
        </pc:sldMkLst>
        <pc:spChg chg="add mod">
          <ac:chgData name="Malu Wuillaume (Nokia)" userId="083a375f-69a1-4c40-abb4-ce7ba86f36fc" providerId="ADAL" clId="{CBAB0D85-44C0-4A0F-99F2-B7FF565933E1}" dt="2026-05-19T12:28:39.677" v="70" actId="1076"/>
          <ac:spMkLst>
            <pc:docMk/>
            <pc:sldMk cId="0" sldId="256"/>
            <ac:spMk id="3" creationId="{569A2838-63E4-5C0D-865E-602E611A29EA}"/>
          </ac:spMkLst>
        </pc:spChg>
        <pc:spChg chg="mod">
          <ac:chgData name="Malu Wuillaume (Nokia)" userId="083a375f-69a1-4c40-abb4-ce7ba86f36fc" providerId="ADAL" clId="{CBAB0D85-44C0-4A0F-99F2-B7FF565933E1}" dt="2026-05-19T12:23:53.403" v="37" actId="255"/>
          <ac:spMkLst>
            <pc:docMk/>
            <pc:sldMk cId="0" sldId="256"/>
            <ac:spMk id="104" creationId="{00000000-0000-0000-0000-000000000000}"/>
          </ac:spMkLst>
        </pc:spChg>
        <pc:spChg chg="mod">
          <ac:chgData name="Malu Wuillaume (Nokia)" userId="083a375f-69a1-4c40-abb4-ce7ba86f36fc" providerId="ADAL" clId="{CBAB0D85-44C0-4A0F-99F2-B7FF565933E1}" dt="2026-05-19T12:28:44.962" v="71" actId="1076"/>
          <ac:spMkLst>
            <pc:docMk/>
            <pc:sldMk cId="0" sldId="256"/>
            <ac:spMk id="105" creationId="{00000000-0000-0000-0000-000000000000}"/>
          </ac:spMkLst>
        </pc:spChg>
      </pc:sldChg>
      <pc:sldChg chg="addSp delSp modSp mod">
        <pc:chgData name="Malu Wuillaume (Nokia)" userId="083a375f-69a1-4c40-abb4-ce7ba86f36fc" providerId="ADAL" clId="{CBAB0D85-44C0-4A0F-99F2-B7FF565933E1}" dt="2026-05-19T14:47:46.140" v="988" actId="20577"/>
        <pc:sldMkLst>
          <pc:docMk/>
          <pc:sldMk cId="0" sldId="258"/>
        </pc:sldMkLst>
        <pc:spChg chg="add del mod">
          <ac:chgData name="Malu Wuillaume (Nokia)" userId="083a375f-69a1-4c40-abb4-ce7ba86f36fc" providerId="ADAL" clId="{CBAB0D85-44C0-4A0F-99F2-B7FF565933E1}" dt="2026-05-19T12:32:33.739" v="106" actId="478"/>
          <ac:spMkLst>
            <pc:docMk/>
            <pc:sldMk cId="0" sldId="258"/>
            <ac:spMk id="2" creationId="{6AC3EBE5-3F2D-CCF3-808D-66F3C6C55603}"/>
          </ac:spMkLst>
        </pc:spChg>
        <pc:spChg chg="add mod">
          <ac:chgData name="Malu Wuillaume (Nokia)" userId="083a375f-69a1-4c40-abb4-ce7ba86f36fc" providerId="ADAL" clId="{CBAB0D85-44C0-4A0F-99F2-B7FF565933E1}" dt="2026-05-19T14:47:46.140" v="988" actId="20577"/>
          <ac:spMkLst>
            <pc:docMk/>
            <pc:sldMk cId="0" sldId="258"/>
            <ac:spMk id="4" creationId="{8EB5C10B-1BD1-7CD1-2D3A-9562E1A6F78C}"/>
          </ac:spMkLst>
        </pc:spChg>
        <pc:spChg chg="add mod">
          <ac:chgData name="Malu Wuillaume (Nokia)" userId="083a375f-69a1-4c40-abb4-ce7ba86f36fc" providerId="ADAL" clId="{CBAB0D85-44C0-4A0F-99F2-B7FF565933E1}" dt="2026-05-19T14:41:12.487" v="957"/>
          <ac:spMkLst>
            <pc:docMk/>
            <pc:sldMk cId="0" sldId="258"/>
            <ac:spMk id="5" creationId="{7799131A-3DF2-7DEB-CCF8-C9B2CA965E49}"/>
          </ac:spMkLst>
        </pc:spChg>
        <pc:spChg chg="add mod">
          <ac:chgData name="Malu Wuillaume (Nokia)" userId="083a375f-69a1-4c40-abb4-ce7ba86f36fc" providerId="ADAL" clId="{CBAB0D85-44C0-4A0F-99F2-B7FF565933E1}" dt="2026-05-19T14:41:14.743" v="959"/>
          <ac:spMkLst>
            <pc:docMk/>
            <pc:sldMk cId="0" sldId="258"/>
            <ac:spMk id="6" creationId="{AA59270F-67D6-17B3-C6B1-9FD7DAC1E4FA}"/>
          </ac:spMkLst>
        </pc:spChg>
        <pc:spChg chg="del">
          <ac:chgData name="Malu Wuillaume (Nokia)" userId="083a375f-69a1-4c40-abb4-ce7ba86f36fc" providerId="ADAL" clId="{CBAB0D85-44C0-4A0F-99F2-B7FF565933E1}" dt="2026-05-19T12:24:47.252" v="51" actId="478"/>
          <ac:spMkLst>
            <pc:docMk/>
            <pc:sldMk cId="0" sldId="258"/>
            <ac:spMk id="19" creationId="{519023F1-DD65-81A3-25AA-A891A0A9B506}"/>
          </ac:spMkLst>
        </pc:spChg>
        <pc:spChg chg="del">
          <ac:chgData name="Malu Wuillaume (Nokia)" userId="083a375f-69a1-4c40-abb4-ce7ba86f36fc" providerId="ADAL" clId="{CBAB0D85-44C0-4A0F-99F2-B7FF565933E1}" dt="2026-05-19T12:24:47.252" v="51" actId="478"/>
          <ac:spMkLst>
            <pc:docMk/>
            <pc:sldMk cId="0" sldId="258"/>
            <ac:spMk id="21" creationId="{66579BB9-B64D-209A-9564-2F97BB7B7CA0}"/>
          </ac:spMkLst>
        </pc:spChg>
        <pc:spChg chg="del">
          <ac:chgData name="Malu Wuillaume (Nokia)" userId="083a375f-69a1-4c40-abb4-ce7ba86f36fc" providerId="ADAL" clId="{CBAB0D85-44C0-4A0F-99F2-B7FF565933E1}" dt="2026-05-19T12:24:47.252" v="51" actId="478"/>
          <ac:spMkLst>
            <pc:docMk/>
            <pc:sldMk cId="0" sldId="258"/>
            <ac:spMk id="22" creationId="{F4BA5025-8A79-7BCC-D13B-2162885E4996}"/>
          </ac:spMkLst>
        </pc:spChg>
        <pc:spChg chg="mod">
          <ac:chgData name="Malu Wuillaume (Nokia)" userId="083a375f-69a1-4c40-abb4-ce7ba86f36fc" providerId="ADAL" clId="{CBAB0D85-44C0-4A0F-99F2-B7FF565933E1}" dt="2026-05-19T12:32:24.622" v="105" actId="20577"/>
          <ac:spMkLst>
            <pc:docMk/>
            <pc:sldMk cId="0" sldId="258"/>
            <ac:spMk id="123" creationId="{00000000-0000-0000-0000-000000000000}"/>
          </ac:spMkLst>
        </pc:spChg>
        <pc:spChg chg="del mod">
          <ac:chgData name="Malu Wuillaume (Nokia)" userId="083a375f-69a1-4c40-abb4-ce7ba86f36fc" providerId="ADAL" clId="{CBAB0D85-44C0-4A0F-99F2-B7FF565933E1}" dt="2026-05-19T14:41:14.743" v="959"/>
          <ac:spMkLst>
            <pc:docMk/>
            <pc:sldMk cId="0" sldId="258"/>
            <ac:spMk id="125" creationId="{00000000-0000-0000-0000-000000000000}"/>
          </ac:spMkLst>
        </pc:spChg>
        <pc:picChg chg="del">
          <ac:chgData name="Malu Wuillaume (Nokia)" userId="083a375f-69a1-4c40-abb4-ce7ba86f36fc" providerId="ADAL" clId="{CBAB0D85-44C0-4A0F-99F2-B7FF565933E1}" dt="2026-05-19T12:24:47.252" v="51" actId="478"/>
          <ac:picMkLst>
            <pc:docMk/>
            <pc:sldMk cId="0" sldId="258"/>
            <ac:picMk id="20" creationId="{C15AAD92-C54B-D37A-61C6-29E0ADDD737F}"/>
          </ac:picMkLst>
        </pc:picChg>
        <pc:picChg chg="del">
          <ac:chgData name="Malu Wuillaume (Nokia)" userId="083a375f-69a1-4c40-abb4-ce7ba86f36fc" providerId="ADAL" clId="{CBAB0D85-44C0-4A0F-99F2-B7FF565933E1}" dt="2026-05-19T12:24:48.508" v="52" actId="478"/>
          <ac:picMkLst>
            <pc:docMk/>
            <pc:sldMk cId="0" sldId="258"/>
            <ac:picMk id="1026" creationId="{2194F1B9-1A9B-BF5E-FE6F-C7AF1E62EF1A}"/>
          </ac:picMkLst>
        </pc:picChg>
        <pc:picChg chg="add mod">
          <ac:chgData name="Malu Wuillaume (Nokia)" userId="083a375f-69a1-4c40-abb4-ce7ba86f36fc" providerId="ADAL" clId="{CBAB0D85-44C0-4A0F-99F2-B7FF565933E1}" dt="2026-05-19T13:05:17.469" v="416" actId="1076"/>
          <ac:picMkLst>
            <pc:docMk/>
            <pc:sldMk cId="0" sldId="258"/>
            <ac:picMk id="2050" creationId="{5E44621D-A275-C0B7-19DD-4B21E2800BC3}"/>
          </ac:picMkLst>
        </pc:picChg>
      </pc:sldChg>
      <pc:sldChg chg="addSp delSp modSp mod">
        <pc:chgData name="Malu Wuillaume (Nokia)" userId="083a375f-69a1-4c40-abb4-ce7ba86f36fc" providerId="ADAL" clId="{CBAB0D85-44C0-4A0F-99F2-B7FF565933E1}" dt="2026-05-19T14:41:22.068" v="967"/>
        <pc:sldMkLst>
          <pc:docMk/>
          <pc:sldMk cId="0" sldId="259"/>
        </pc:sldMkLst>
        <pc:spChg chg="del">
          <ac:chgData name="Malu Wuillaume (Nokia)" userId="083a375f-69a1-4c40-abb4-ce7ba86f36fc" providerId="ADAL" clId="{CBAB0D85-44C0-4A0F-99F2-B7FF565933E1}" dt="2026-05-19T13:09:37.050" v="465" actId="478"/>
          <ac:spMkLst>
            <pc:docMk/>
            <pc:sldMk cId="0" sldId="259"/>
            <ac:spMk id="3" creationId="{40212603-9C18-191B-7A47-ED1E667705EB}"/>
          </ac:spMkLst>
        </pc:spChg>
        <pc:spChg chg="del">
          <ac:chgData name="Malu Wuillaume (Nokia)" userId="083a375f-69a1-4c40-abb4-ce7ba86f36fc" providerId="ADAL" clId="{CBAB0D85-44C0-4A0F-99F2-B7FF565933E1}" dt="2026-05-19T13:09:38.039" v="466" actId="478"/>
          <ac:spMkLst>
            <pc:docMk/>
            <pc:sldMk cId="0" sldId="259"/>
            <ac:spMk id="5" creationId="{A1FC505A-A141-4B2A-9699-49551BD2C4E9}"/>
          </ac:spMkLst>
        </pc:spChg>
        <pc:spChg chg="add mod">
          <ac:chgData name="Malu Wuillaume (Nokia)" userId="083a375f-69a1-4c40-abb4-ce7ba86f36fc" providerId="ADAL" clId="{CBAB0D85-44C0-4A0F-99F2-B7FF565933E1}" dt="2026-05-19T13:22:38.845" v="575" actId="1076"/>
          <ac:spMkLst>
            <pc:docMk/>
            <pc:sldMk cId="0" sldId="259"/>
            <ac:spMk id="8" creationId="{6597F07E-20FC-A32C-F7F1-67FA91012D46}"/>
          </ac:spMkLst>
        </pc:spChg>
        <pc:spChg chg="add mod">
          <ac:chgData name="Malu Wuillaume (Nokia)" userId="083a375f-69a1-4c40-abb4-ce7ba86f36fc" providerId="ADAL" clId="{CBAB0D85-44C0-4A0F-99F2-B7FF565933E1}" dt="2026-05-19T13:22:36.404" v="574" actId="1076"/>
          <ac:spMkLst>
            <pc:docMk/>
            <pc:sldMk cId="0" sldId="259"/>
            <ac:spMk id="11" creationId="{5F130250-29AE-394B-0B8F-7CC0EE161E0B}"/>
          </ac:spMkLst>
        </pc:spChg>
        <pc:spChg chg="add del mod">
          <ac:chgData name="Malu Wuillaume (Nokia)" userId="083a375f-69a1-4c40-abb4-ce7ba86f36fc" providerId="ADAL" clId="{CBAB0D85-44C0-4A0F-99F2-B7FF565933E1}" dt="2026-05-19T13:15:35.087" v="517" actId="478"/>
          <ac:spMkLst>
            <pc:docMk/>
            <pc:sldMk cId="0" sldId="259"/>
            <ac:spMk id="13" creationId="{93807DDE-58C2-6C1E-E388-CF54DA7727F4}"/>
          </ac:spMkLst>
        </pc:spChg>
        <pc:spChg chg="add">
          <ac:chgData name="Malu Wuillaume (Nokia)" userId="083a375f-69a1-4c40-abb4-ce7ba86f36fc" providerId="ADAL" clId="{CBAB0D85-44C0-4A0F-99F2-B7FF565933E1}" dt="2026-05-19T13:15:24.805" v="513"/>
          <ac:spMkLst>
            <pc:docMk/>
            <pc:sldMk cId="0" sldId="259"/>
            <ac:spMk id="14" creationId="{5438D4D7-414D-D03A-F4E3-2951429EAD8F}"/>
          </ac:spMkLst>
        </pc:spChg>
        <pc:spChg chg="add del mod">
          <ac:chgData name="Malu Wuillaume (Nokia)" userId="083a375f-69a1-4c40-abb4-ce7ba86f36fc" providerId="ADAL" clId="{CBAB0D85-44C0-4A0F-99F2-B7FF565933E1}" dt="2026-05-19T13:15:35.088" v="519"/>
          <ac:spMkLst>
            <pc:docMk/>
            <pc:sldMk cId="0" sldId="259"/>
            <ac:spMk id="15" creationId="{AEA4C056-C0B3-ACEA-6A6E-9BD36F1A57E5}"/>
          </ac:spMkLst>
        </pc:spChg>
        <pc:spChg chg="add del mod">
          <ac:chgData name="Malu Wuillaume (Nokia)" userId="083a375f-69a1-4c40-abb4-ce7ba86f36fc" providerId="ADAL" clId="{CBAB0D85-44C0-4A0F-99F2-B7FF565933E1}" dt="2026-05-19T13:19:23.313" v="537"/>
          <ac:spMkLst>
            <pc:docMk/>
            <pc:sldMk cId="0" sldId="259"/>
            <ac:spMk id="17" creationId="{18A71502-8CE0-47AA-F95E-384B6A3BC238}"/>
          </ac:spMkLst>
        </pc:spChg>
        <pc:spChg chg="add">
          <ac:chgData name="Malu Wuillaume (Nokia)" userId="083a375f-69a1-4c40-abb4-ce7ba86f36fc" providerId="ADAL" clId="{CBAB0D85-44C0-4A0F-99F2-B7FF565933E1}" dt="2026-05-19T13:19:19.549" v="534"/>
          <ac:spMkLst>
            <pc:docMk/>
            <pc:sldMk cId="0" sldId="259"/>
            <ac:spMk id="18" creationId="{ABE1BE2D-84AD-810B-3AEB-0B3877242E34}"/>
          </ac:spMkLst>
        </pc:spChg>
        <pc:spChg chg="add del mod">
          <ac:chgData name="Malu Wuillaume (Nokia)" userId="083a375f-69a1-4c40-abb4-ce7ba86f36fc" providerId="ADAL" clId="{CBAB0D85-44C0-4A0F-99F2-B7FF565933E1}" dt="2026-05-19T13:19:26.073" v="541"/>
          <ac:spMkLst>
            <pc:docMk/>
            <pc:sldMk cId="0" sldId="259"/>
            <ac:spMk id="19" creationId="{F8A2598A-48A4-4D4F-0862-EA087A3301FF}"/>
          </ac:spMkLst>
        </pc:spChg>
        <pc:spChg chg="add mod">
          <ac:chgData name="Malu Wuillaume (Nokia)" userId="083a375f-69a1-4c40-abb4-ce7ba86f36fc" providerId="ADAL" clId="{CBAB0D85-44C0-4A0F-99F2-B7FF565933E1}" dt="2026-05-19T13:22:34.372" v="573" actId="1076"/>
          <ac:spMkLst>
            <pc:docMk/>
            <pc:sldMk cId="0" sldId="259"/>
            <ac:spMk id="21" creationId="{F313C8C2-5836-3F34-E716-3C4E7D4282B5}"/>
          </ac:spMkLst>
        </pc:spChg>
        <pc:spChg chg="add del mod">
          <ac:chgData name="Malu Wuillaume (Nokia)" userId="083a375f-69a1-4c40-abb4-ce7ba86f36fc" providerId="ADAL" clId="{CBAB0D85-44C0-4A0F-99F2-B7FF565933E1}" dt="2026-05-19T13:25:36.436" v="580" actId="478"/>
          <ac:spMkLst>
            <pc:docMk/>
            <pc:sldMk cId="0" sldId="259"/>
            <ac:spMk id="23" creationId="{92BC95D4-E134-BD69-9032-CE2655331570}"/>
          </ac:spMkLst>
        </pc:spChg>
        <pc:spChg chg="add del mod">
          <ac:chgData name="Malu Wuillaume (Nokia)" userId="083a375f-69a1-4c40-abb4-ce7ba86f36fc" providerId="ADAL" clId="{CBAB0D85-44C0-4A0F-99F2-B7FF565933E1}" dt="2026-05-19T13:25:37.249" v="581" actId="478"/>
          <ac:spMkLst>
            <pc:docMk/>
            <pc:sldMk cId="0" sldId="259"/>
            <ac:spMk id="25" creationId="{CD85F227-A520-8178-E95F-CFE48AB552DA}"/>
          </ac:spMkLst>
        </pc:spChg>
        <pc:spChg chg="add del mod">
          <ac:chgData name="Malu Wuillaume (Nokia)" userId="083a375f-69a1-4c40-abb4-ce7ba86f36fc" providerId="ADAL" clId="{CBAB0D85-44C0-4A0F-99F2-B7FF565933E1}" dt="2026-05-19T13:25:39.657" v="585"/>
          <ac:spMkLst>
            <pc:docMk/>
            <pc:sldMk cId="0" sldId="259"/>
            <ac:spMk id="26" creationId="{1DEA3A58-EE94-CBFB-6C74-E60A3F7F5A5F}"/>
          </ac:spMkLst>
        </pc:spChg>
        <pc:spChg chg="add mod">
          <ac:chgData name="Malu Wuillaume (Nokia)" userId="083a375f-69a1-4c40-abb4-ce7ba86f36fc" providerId="ADAL" clId="{CBAB0D85-44C0-4A0F-99F2-B7FF565933E1}" dt="2026-05-19T13:28:12.359" v="734" actId="1076"/>
          <ac:spMkLst>
            <pc:docMk/>
            <pc:sldMk cId="0" sldId="259"/>
            <ac:spMk id="28" creationId="{A19EBACA-E4CE-E386-D40F-558DED91D297}"/>
          </ac:spMkLst>
        </pc:spChg>
        <pc:spChg chg="add mod">
          <ac:chgData name="Malu Wuillaume (Nokia)" userId="083a375f-69a1-4c40-abb4-ce7ba86f36fc" providerId="ADAL" clId="{CBAB0D85-44C0-4A0F-99F2-B7FF565933E1}" dt="2026-05-19T13:27:05.758" v="623" actId="1076"/>
          <ac:spMkLst>
            <pc:docMk/>
            <pc:sldMk cId="0" sldId="259"/>
            <ac:spMk id="29" creationId="{A6281742-FD90-0BE9-A2F5-4EC8CAB7BAFC}"/>
          </ac:spMkLst>
        </pc:spChg>
        <pc:spChg chg="add mod">
          <ac:chgData name="Malu Wuillaume (Nokia)" userId="083a375f-69a1-4c40-abb4-ce7ba86f36fc" providerId="ADAL" clId="{CBAB0D85-44C0-4A0F-99F2-B7FF565933E1}" dt="2026-05-19T13:28:06.008" v="733" actId="1038"/>
          <ac:spMkLst>
            <pc:docMk/>
            <pc:sldMk cId="0" sldId="259"/>
            <ac:spMk id="31" creationId="{EBF10559-0686-F9DE-E605-D771F79472CB}"/>
          </ac:spMkLst>
        </pc:spChg>
        <pc:spChg chg="add mod">
          <ac:chgData name="Malu Wuillaume (Nokia)" userId="083a375f-69a1-4c40-abb4-ce7ba86f36fc" providerId="ADAL" clId="{CBAB0D85-44C0-4A0F-99F2-B7FF565933E1}" dt="2026-05-19T14:41:18.910" v="963"/>
          <ac:spMkLst>
            <pc:docMk/>
            <pc:sldMk cId="0" sldId="259"/>
            <ac:spMk id="32" creationId="{6201D905-CA82-730A-5FAB-19C1EE66FB1A}"/>
          </ac:spMkLst>
        </pc:spChg>
        <pc:spChg chg="add mod">
          <ac:chgData name="Malu Wuillaume (Nokia)" userId="083a375f-69a1-4c40-abb4-ce7ba86f36fc" providerId="ADAL" clId="{CBAB0D85-44C0-4A0F-99F2-B7FF565933E1}" dt="2026-05-19T14:41:20.364" v="965"/>
          <ac:spMkLst>
            <pc:docMk/>
            <pc:sldMk cId="0" sldId="259"/>
            <ac:spMk id="33" creationId="{6F449C5A-D7A4-CD7D-2CE1-04730DD007F3}"/>
          </ac:spMkLst>
        </pc:spChg>
        <pc:spChg chg="add mod">
          <ac:chgData name="Malu Wuillaume (Nokia)" userId="083a375f-69a1-4c40-abb4-ce7ba86f36fc" providerId="ADAL" clId="{CBAB0D85-44C0-4A0F-99F2-B7FF565933E1}" dt="2026-05-19T14:41:22.068" v="967"/>
          <ac:spMkLst>
            <pc:docMk/>
            <pc:sldMk cId="0" sldId="259"/>
            <ac:spMk id="34" creationId="{03959896-48ED-CDB8-223F-8FF7ECC7DBC7}"/>
          </ac:spMkLst>
        </pc:spChg>
        <pc:spChg chg="mod">
          <ac:chgData name="Malu Wuillaume (Nokia)" userId="083a375f-69a1-4c40-abb4-ce7ba86f36fc" providerId="ADAL" clId="{CBAB0D85-44C0-4A0F-99F2-B7FF565933E1}" dt="2026-05-19T13:09:35.160" v="464" actId="20577"/>
          <ac:spMkLst>
            <pc:docMk/>
            <pc:sldMk cId="0" sldId="259"/>
            <ac:spMk id="132" creationId="{00000000-0000-0000-0000-000000000000}"/>
          </ac:spMkLst>
        </pc:spChg>
        <pc:spChg chg="del mod">
          <ac:chgData name="Malu Wuillaume (Nokia)" userId="083a375f-69a1-4c40-abb4-ce7ba86f36fc" providerId="ADAL" clId="{CBAB0D85-44C0-4A0F-99F2-B7FF565933E1}" dt="2026-05-19T14:41:22.068" v="967"/>
          <ac:spMkLst>
            <pc:docMk/>
            <pc:sldMk cId="0" sldId="259"/>
            <ac:spMk id="134" creationId="{00000000-0000-0000-0000-000000000000}"/>
          </ac:spMkLst>
        </pc:spChg>
        <pc:picChg chg="del">
          <ac:chgData name="Malu Wuillaume (Nokia)" userId="083a375f-69a1-4c40-abb4-ce7ba86f36fc" providerId="ADAL" clId="{CBAB0D85-44C0-4A0F-99F2-B7FF565933E1}" dt="2026-05-19T13:09:38.437" v="467" actId="478"/>
          <ac:picMkLst>
            <pc:docMk/>
            <pc:sldMk cId="0" sldId="259"/>
            <ac:picMk id="9" creationId="{CC0603DF-BBC1-5D51-8432-3BC6178C39DD}"/>
          </ac:picMkLst>
        </pc:picChg>
        <pc:picChg chg="add mod">
          <ac:chgData name="Malu Wuillaume (Nokia)" userId="083a375f-69a1-4c40-abb4-ce7ba86f36fc" providerId="ADAL" clId="{CBAB0D85-44C0-4A0F-99F2-B7FF565933E1}" dt="2026-05-19T13:22:34.372" v="573" actId="1076"/>
          <ac:picMkLst>
            <pc:docMk/>
            <pc:sldMk cId="0" sldId="259"/>
            <ac:picMk id="3078" creationId="{C0E75255-E67E-DF1E-6B06-00F90F3A6BD3}"/>
          </ac:picMkLst>
        </pc:picChg>
        <pc:picChg chg="add mod">
          <ac:chgData name="Malu Wuillaume (Nokia)" userId="083a375f-69a1-4c40-abb4-ce7ba86f36fc" providerId="ADAL" clId="{CBAB0D85-44C0-4A0F-99F2-B7FF565933E1}" dt="2026-05-19T13:28:16.331" v="735" actId="14100"/>
          <ac:picMkLst>
            <pc:docMk/>
            <pc:sldMk cId="0" sldId="259"/>
            <ac:picMk id="3081" creationId="{32F70993-DBC7-858A-72D0-983E0D630194}"/>
          </ac:picMkLst>
        </pc:picChg>
        <pc:cxnChg chg="add mod">
          <ac:chgData name="Malu Wuillaume (Nokia)" userId="083a375f-69a1-4c40-abb4-ce7ba86f36fc" providerId="ADAL" clId="{CBAB0D85-44C0-4A0F-99F2-B7FF565933E1}" dt="2026-05-19T13:10:19.789" v="475" actId="693"/>
          <ac:cxnSpMkLst>
            <pc:docMk/>
            <pc:sldMk cId="0" sldId="259"/>
            <ac:cxnSpMk id="4" creationId="{9C877AA7-816C-5511-25C8-E7D2E248F34B}"/>
          </ac:cxnSpMkLst>
        </pc:cxnChg>
      </pc:sldChg>
      <pc:sldChg chg="del">
        <pc:chgData name="Malu Wuillaume (Nokia)" userId="083a375f-69a1-4c40-abb4-ce7ba86f36fc" providerId="ADAL" clId="{CBAB0D85-44C0-4A0F-99F2-B7FF565933E1}" dt="2026-05-19T12:24:27.350" v="38" actId="47"/>
        <pc:sldMkLst>
          <pc:docMk/>
          <pc:sldMk cId="0" sldId="260"/>
        </pc:sldMkLst>
      </pc:sldChg>
      <pc:sldChg chg="modSp mod">
        <pc:chgData name="Malu Wuillaume (Nokia)" userId="083a375f-69a1-4c40-abb4-ce7ba86f36fc" providerId="ADAL" clId="{CBAB0D85-44C0-4A0F-99F2-B7FF565933E1}" dt="2026-05-19T13:33:22.163" v="754" actId="20577"/>
        <pc:sldMkLst>
          <pc:docMk/>
          <pc:sldMk cId="0" sldId="262"/>
        </pc:sldMkLst>
        <pc:spChg chg="mod">
          <ac:chgData name="Malu Wuillaume (Nokia)" userId="083a375f-69a1-4c40-abb4-ce7ba86f36fc" providerId="ADAL" clId="{CBAB0D85-44C0-4A0F-99F2-B7FF565933E1}" dt="2026-05-19T13:33:22.163" v="754" actId="20577"/>
          <ac:spMkLst>
            <pc:docMk/>
            <pc:sldMk cId="0" sldId="262"/>
            <ac:spMk id="159" creationId="{00000000-0000-0000-0000-000000000000}"/>
          </ac:spMkLst>
        </pc:spChg>
      </pc:sldChg>
      <pc:sldChg chg="addSp delSp modSp mod ord">
        <pc:chgData name="Malu Wuillaume (Nokia)" userId="083a375f-69a1-4c40-abb4-ce7ba86f36fc" providerId="ADAL" clId="{CBAB0D85-44C0-4A0F-99F2-B7FF565933E1}" dt="2026-05-19T14:41:08.486" v="955" actId="20577"/>
        <pc:sldMkLst>
          <pc:docMk/>
          <pc:sldMk cId="3211329222" sldId="264"/>
        </pc:sldMkLst>
        <pc:spChg chg="add del mod">
          <ac:chgData name="Malu Wuillaume (Nokia)" userId="083a375f-69a1-4c40-abb4-ce7ba86f36fc" providerId="ADAL" clId="{CBAB0D85-44C0-4A0F-99F2-B7FF565933E1}" dt="2026-05-19T12:41:49.886" v="239" actId="478"/>
          <ac:spMkLst>
            <pc:docMk/>
            <pc:sldMk cId="3211329222" sldId="264"/>
            <ac:spMk id="3" creationId="{F1FA1D4A-C942-DD4C-35B8-DF783B8D7B3E}"/>
          </ac:spMkLst>
        </pc:spChg>
        <pc:spChg chg="add del mod">
          <ac:chgData name="Malu Wuillaume (Nokia)" userId="083a375f-69a1-4c40-abb4-ce7ba86f36fc" providerId="ADAL" clId="{CBAB0D85-44C0-4A0F-99F2-B7FF565933E1}" dt="2026-05-19T12:41:54.786" v="242"/>
          <ac:spMkLst>
            <pc:docMk/>
            <pc:sldMk cId="3211329222" sldId="264"/>
            <ac:spMk id="4" creationId="{3D92A9B7-FC81-AD59-891A-8656A9A369F2}"/>
          </ac:spMkLst>
        </pc:spChg>
        <pc:spChg chg="add del mod">
          <ac:chgData name="Malu Wuillaume (Nokia)" userId="083a375f-69a1-4c40-abb4-ce7ba86f36fc" providerId="ADAL" clId="{CBAB0D85-44C0-4A0F-99F2-B7FF565933E1}" dt="2026-05-19T12:52:57.898" v="383" actId="478"/>
          <ac:spMkLst>
            <pc:docMk/>
            <pc:sldMk cId="3211329222" sldId="264"/>
            <ac:spMk id="6" creationId="{546DC1F8-C8CF-0926-75E1-43CCC2308D23}"/>
          </ac:spMkLst>
        </pc:spChg>
        <pc:spChg chg="add">
          <ac:chgData name="Malu Wuillaume (Nokia)" userId="083a375f-69a1-4c40-abb4-ce7ba86f36fc" providerId="ADAL" clId="{CBAB0D85-44C0-4A0F-99F2-B7FF565933E1}" dt="2026-05-19T12:42:45.268" v="255"/>
          <ac:spMkLst>
            <pc:docMk/>
            <pc:sldMk cId="3211329222" sldId="264"/>
            <ac:spMk id="7" creationId="{78049DD5-0AA6-D988-C3AA-3B93F5E14BB4}"/>
          </ac:spMkLst>
        </pc:spChg>
        <pc:spChg chg="add">
          <ac:chgData name="Malu Wuillaume (Nokia)" userId="083a375f-69a1-4c40-abb4-ce7ba86f36fc" providerId="ADAL" clId="{CBAB0D85-44C0-4A0F-99F2-B7FF565933E1}" dt="2026-05-19T12:45:10.873" v="289"/>
          <ac:spMkLst>
            <pc:docMk/>
            <pc:sldMk cId="3211329222" sldId="264"/>
            <ac:spMk id="8" creationId="{971D8DF0-D24F-23A6-D53E-F5DE7D7D3286}"/>
          </ac:spMkLst>
        </pc:spChg>
        <pc:spChg chg="add">
          <ac:chgData name="Malu Wuillaume (Nokia)" userId="083a375f-69a1-4c40-abb4-ce7ba86f36fc" providerId="ADAL" clId="{CBAB0D85-44C0-4A0F-99F2-B7FF565933E1}" dt="2026-05-19T12:52:54.870" v="382"/>
          <ac:spMkLst>
            <pc:docMk/>
            <pc:sldMk cId="3211329222" sldId="264"/>
            <ac:spMk id="9" creationId="{1C81EFF2-91D9-2855-8615-9C32BC5317BC}"/>
          </ac:spMkLst>
        </pc:spChg>
        <pc:spChg chg="add">
          <ac:chgData name="Malu Wuillaume (Nokia)" userId="083a375f-69a1-4c40-abb4-ce7ba86f36fc" providerId="ADAL" clId="{CBAB0D85-44C0-4A0F-99F2-B7FF565933E1}" dt="2026-05-19T12:52:58.595" v="384"/>
          <ac:spMkLst>
            <pc:docMk/>
            <pc:sldMk cId="3211329222" sldId="264"/>
            <ac:spMk id="10" creationId="{CAE67E2F-0427-4631-3302-6371200D44F2}"/>
          </ac:spMkLst>
        </pc:spChg>
        <pc:spChg chg="add del mod">
          <ac:chgData name="Malu Wuillaume (Nokia)" userId="083a375f-69a1-4c40-abb4-ce7ba86f36fc" providerId="ADAL" clId="{CBAB0D85-44C0-4A0F-99F2-B7FF565933E1}" dt="2026-05-19T12:53:02.248" v="388"/>
          <ac:spMkLst>
            <pc:docMk/>
            <pc:sldMk cId="3211329222" sldId="264"/>
            <ac:spMk id="11" creationId="{B38653EB-D6E9-BAE3-6489-8C883A6FE235}"/>
          </ac:spMkLst>
        </pc:spChg>
        <pc:spChg chg="del">
          <ac:chgData name="Malu Wuillaume (Nokia)" userId="083a375f-69a1-4c40-abb4-ce7ba86f36fc" providerId="ADAL" clId="{CBAB0D85-44C0-4A0F-99F2-B7FF565933E1}" dt="2026-05-19T12:29:13.153" v="87" actId="478"/>
          <ac:spMkLst>
            <pc:docMk/>
            <pc:sldMk cId="3211329222" sldId="264"/>
            <ac:spMk id="12" creationId="{876CBAB1-DBBC-1E95-A5BF-8D3FC45260A1}"/>
          </ac:spMkLst>
        </pc:spChg>
        <pc:spChg chg="add mod">
          <ac:chgData name="Malu Wuillaume (Nokia)" userId="083a375f-69a1-4c40-abb4-ce7ba86f36fc" providerId="ADAL" clId="{CBAB0D85-44C0-4A0F-99F2-B7FF565933E1}" dt="2026-05-19T12:53:54.240" v="414" actId="1076"/>
          <ac:spMkLst>
            <pc:docMk/>
            <pc:sldMk cId="3211329222" sldId="264"/>
            <ac:spMk id="14" creationId="{E074872D-ECCB-B95D-D82A-4FDAAD7812FF}"/>
          </ac:spMkLst>
        </pc:spChg>
        <pc:spChg chg="del">
          <ac:chgData name="Malu Wuillaume (Nokia)" userId="083a375f-69a1-4c40-abb4-ce7ba86f36fc" providerId="ADAL" clId="{CBAB0D85-44C0-4A0F-99F2-B7FF565933E1}" dt="2026-05-19T12:29:16.073" v="90" actId="478"/>
          <ac:spMkLst>
            <pc:docMk/>
            <pc:sldMk cId="3211329222" sldId="264"/>
            <ac:spMk id="19" creationId="{0A31D7BA-A3E0-A11A-C20A-1F750969F4A9}"/>
          </ac:spMkLst>
        </pc:spChg>
        <pc:spChg chg="del">
          <ac:chgData name="Malu Wuillaume (Nokia)" userId="083a375f-69a1-4c40-abb4-ce7ba86f36fc" providerId="ADAL" clId="{CBAB0D85-44C0-4A0F-99F2-B7FF565933E1}" dt="2026-05-19T12:29:16.073" v="90" actId="478"/>
          <ac:spMkLst>
            <pc:docMk/>
            <pc:sldMk cId="3211329222" sldId="264"/>
            <ac:spMk id="23" creationId="{E132BB02-C172-C0D3-AC4A-C85B78EE69C0}"/>
          </ac:spMkLst>
        </pc:spChg>
        <pc:spChg chg="del">
          <ac:chgData name="Malu Wuillaume (Nokia)" userId="083a375f-69a1-4c40-abb4-ce7ba86f36fc" providerId="ADAL" clId="{CBAB0D85-44C0-4A0F-99F2-B7FF565933E1}" dt="2026-05-19T12:29:16.073" v="90" actId="478"/>
          <ac:spMkLst>
            <pc:docMk/>
            <pc:sldMk cId="3211329222" sldId="264"/>
            <ac:spMk id="25" creationId="{AF8A30AB-394C-274A-4317-5BA68300CB34}"/>
          </ac:spMkLst>
        </pc:spChg>
        <pc:spChg chg="del">
          <ac:chgData name="Malu Wuillaume (Nokia)" userId="083a375f-69a1-4c40-abb4-ce7ba86f36fc" providerId="ADAL" clId="{CBAB0D85-44C0-4A0F-99F2-B7FF565933E1}" dt="2026-05-19T12:29:16.073" v="90" actId="478"/>
          <ac:spMkLst>
            <pc:docMk/>
            <pc:sldMk cId="3211329222" sldId="264"/>
            <ac:spMk id="29" creationId="{D132C79A-7799-26C3-5711-545D54D6A3E1}"/>
          </ac:spMkLst>
        </pc:spChg>
        <pc:spChg chg="del">
          <ac:chgData name="Malu Wuillaume (Nokia)" userId="083a375f-69a1-4c40-abb4-ce7ba86f36fc" providerId="ADAL" clId="{CBAB0D85-44C0-4A0F-99F2-B7FF565933E1}" dt="2026-05-19T12:29:16.073" v="90" actId="478"/>
          <ac:spMkLst>
            <pc:docMk/>
            <pc:sldMk cId="3211329222" sldId="264"/>
            <ac:spMk id="33" creationId="{E9EB1049-BD69-5477-59F0-E3D50D76DD82}"/>
          </ac:spMkLst>
        </pc:spChg>
        <pc:spChg chg="del">
          <ac:chgData name="Malu Wuillaume (Nokia)" userId="083a375f-69a1-4c40-abb4-ce7ba86f36fc" providerId="ADAL" clId="{CBAB0D85-44C0-4A0F-99F2-B7FF565933E1}" dt="2026-05-19T12:29:16.073" v="90" actId="478"/>
          <ac:spMkLst>
            <pc:docMk/>
            <pc:sldMk cId="3211329222" sldId="264"/>
            <ac:spMk id="34" creationId="{A07ACEB1-2E5E-65F6-0AA4-1C141571BA59}"/>
          </ac:spMkLst>
        </pc:spChg>
        <pc:spChg chg="mod">
          <ac:chgData name="Malu Wuillaume (Nokia)" userId="083a375f-69a1-4c40-abb4-ce7ba86f36fc" providerId="ADAL" clId="{CBAB0D85-44C0-4A0F-99F2-B7FF565933E1}" dt="2026-05-19T12:45:38.612" v="299" actId="255"/>
          <ac:spMkLst>
            <pc:docMk/>
            <pc:sldMk cId="3211329222" sldId="264"/>
            <ac:spMk id="123" creationId="{F1336427-ABC8-2B24-41AD-DBCCF8BA0D35}"/>
          </ac:spMkLst>
        </pc:spChg>
        <pc:spChg chg="mod">
          <ac:chgData name="Malu Wuillaume (Nokia)" userId="083a375f-69a1-4c40-abb4-ce7ba86f36fc" providerId="ADAL" clId="{CBAB0D85-44C0-4A0F-99F2-B7FF565933E1}" dt="2026-05-19T14:41:08.486" v="955" actId="20577"/>
          <ac:spMkLst>
            <pc:docMk/>
            <pc:sldMk cId="3211329222" sldId="264"/>
            <ac:spMk id="125" creationId="{44190E16-9814-C4D7-3E06-D8C27EB9BE0A}"/>
          </ac:spMkLst>
        </pc:spChg>
        <pc:picChg chg="del mod">
          <ac:chgData name="Malu Wuillaume (Nokia)" userId="083a375f-69a1-4c40-abb4-ce7ba86f36fc" providerId="ADAL" clId="{CBAB0D85-44C0-4A0F-99F2-B7FF565933E1}" dt="2026-05-19T12:29:13.699" v="89" actId="478"/>
          <ac:picMkLst>
            <pc:docMk/>
            <pc:sldMk cId="3211329222" sldId="264"/>
            <ac:picMk id="21" creationId="{0370BC00-8A74-6A95-A72B-972EAAC5BE38}"/>
          </ac:picMkLst>
        </pc:picChg>
        <pc:picChg chg="del">
          <ac:chgData name="Malu Wuillaume (Nokia)" userId="083a375f-69a1-4c40-abb4-ce7ba86f36fc" providerId="ADAL" clId="{CBAB0D85-44C0-4A0F-99F2-B7FF565933E1}" dt="2026-05-19T12:29:16.073" v="90" actId="478"/>
          <ac:picMkLst>
            <pc:docMk/>
            <pc:sldMk cId="3211329222" sldId="264"/>
            <ac:picMk id="27" creationId="{DA55C493-D040-9FC4-7604-21704E23EB55}"/>
          </ac:picMkLst>
        </pc:picChg>
        <pc:picChg chg="del">
          <ac:chgData name="Malu Wuillaume (Nokia)" userId="083a375f-69a1-4c40-abb4-ce7ba86f36fc" providerId="ADAL" clId="{CBAB0D85-44C0-4A0F-99F2-B7FF565933E1}" dt="2026-05-19T12:29:16.073" v="90" actId="478"/>
          <ac:picMkLst>
            <pc:docMk/>
            <pc:sldMk cId="3211329222" sldId="264"/>
            <ac:picMk id="31" creationId="{625F8460-13BE-9005-1BF1-C660688AE204}"/>
          </ac:picMkLst>
        </pc:picChg>
        <pc:picChg chg="add mod">
          <ac:chgData name="Malu Wuillaume (Nokia)" userId="083a375f-69a1-4c40-abb4-ce7ba86f36fc" providerId="ADAL" clId="{CBAB0D85-44C0-4A0F-99F2-B7FF565933E1}" dt="2026-05-19T12:53:39.049" v="409" actId="1076"/>
          <ac:picMkLst>
            <pc:docMk/>
            <pc:sldMk cId="3211329222" sldId="264"/>
            <ac:picMk id="1032" creationId="{3484E7D0-8725-6980-C54E-C439A2580E76}"/>
          </ac:picMkLst>
        </pc:picChg>
      </pc:sldChg>
      <pc:sldChg chg="addSp delSp modSp mod">
        <pc:chgData name="Malu Wuillaume (Nokia)" userId="083a375f-69a1-4c40-abb4-ce7ba86f36fc" providerId="ADAL" clId="{CBAB0D85-44C0-4A0F-99F2-B7FF565933E1}" dt="2026-05-19T14:51:33.976" v="1015" actId="20577"/>
        <pc:sldMkLst>
          <pc:docMk/>
          <pc:sldMk cId="3243109497" sldId="265"/>
        </pc:sldMkLst>
        <pc:spChg chg="add del mod">
          <ac:chgData name="Malu Wuillaume (Nokia)" userId="083a375f-69a1-4c40-abb4-ce7ba86f36fc" providerId="ADAL" clId="{CBAB0D85-44C0-4A0F-99F2-B7FF565933E1}" dt="2026-05-19T13:34:44.357" v="755" actId="478"/>
          <ac:spMkLst>
            <pc:docMk/>
            <pc:sldMk cId="3243109497" sldId="265"/>
            <ac:spMk id="3" creationId="{783079B8-47FF-2C04-F91F-DE8C16C61EA9}"/>
          </ac:spMkLst>
        </pc:spChg>
        <pc:spChg chg="add del mod">
          <ac:chgData name="Malu Wuillaume (Nokia)" userId="083a375f-69a1-4c40-abb4-ce7ba86f36fc" providerId="ADAL" clId="{CBAB0D85-44C0-4A0F-99F2-B7FF565933E1}" dt="2026-05-19T13:34:51.629" v="762"/>
          <ac:spMkLst>
            <pc:docMk/>
            <pc:sldMk cId="3243109497" sldId="265"/>
            <ac:spMk id="5" creationId="{F1A8F5ED-02B1-BB13-C59E-4BC19739822C}"/>
          </ac:spMkLst>
        </pc:spChg>
        <pc:spChg chg="add del mod">
          <ac:chgData name="Malu Wuillaume (Nokia)" userId="083a375f-69a1-4c40-abb4-ce7ba86f36fc" providerId="ADAL" clId="{CBAB0D85-44C0-4A0F-99F2-B7FF565933E1}" dt="2026-05-19T14:31:31.982" v="835" actId="478"/>
          <ac:spMkLst>
            <pc:docMk/>
            <pc:sldMk cId="3243109497" sldId="265"/>
            <ac:spMk id="8" creationId="{DB6AE39E-1612-D8CC-AA35-A8F98CAC320B}"/>
          </ac:spMkLst>
        </pc:spChg>
        <pc:spChg chg="del">
          <ac:chgData name="Malu Wuillaume (Nokia)" userId="083a375f-69a1-4c40-abb4-ce7ba86f36fc" providerId="ADAL" clId="{CBAB0D85-44C0-4A0F-99F2-B7FF565933E1}" dt="2026-05-19T13:30:56.343" v="738" actId="478"/>
          <ac:spMkLst>
            <pc:docMk/>
            <pc:sldMk cId="3243109497" sldId="265"/>
            <ac:spMk id="10" creationId="{485DD5E6-E0C0-D869-34BF-FD62DDC65A15}"/>
          </ac:spMkLst>
        </pc:spChg>
        <pc:spChg chg="del">
          <ac:chgData name="Malu Wuillaume (Nokia)" userId="083a375f-69a1-4c40-abb4-ce7ba86f36fc" providerId="ADAL" clId="{CBAB0D85-44C0-4A0F-99F2-B7FF565933E1}" dt="2026-05-19T13:30:56.343" v="738" actId="478"/>
          <ac:spMkLst>
            <pc:docMk/>
            <pc:sldMk cId="3243109497" sldId="265"/>
            <ac:spMk id="12" creationId="{E3BBC1D5-AC0F-FB2F-AB19-F02BB281D36E}"/>
          </ac:spMkLst>
        </pc:spChg>
        <pc:spChg chg="add mod">
          <ac:chgData name="Malu Wuillaume (Nokia)" userId="083a375f-69a1-4c40-abb4-ce7ba86f36fc" providerId="ADAL" clId="{CBAB0D85-44C0-4A0F-99F2-B7FF565933E1}" dt="2026-05-19T14:51:33.976" v="1015" actId="20577"/>
          <ac:spMkLst>
            <pc:docMk/>
            <pc:sldMk cId="3243109497" sldId="265"/>
            <ac:spMk id="13" creationId="{9C9ED6D6-7111-5A12-C817-8AC0427EB8DD}"/>
          </ac:spMkLst>
        </pc:spChg>
        <pc:spChg chg="del">
          <ac:chgData name="Malu Wuillaume (Nokia)" userId="083a375f-69a1-4c40-abb4-ce7ba86f36fc" providerId="ADAL" clId="{CBAB0D85-44C0-4A0F-99F2-B7FF565933E1}" dt="2026-05-19T13:30:56.343" v="738" actId="478"/>
          <ac:spMkLst>
            <pc:docMk/>
            <pc:sldMk cId="3243109497" sldId="265"/>
            <ac:spMk id="14" creationId="{EB543387-D6E5-FE45-46C4-37F07218B1EB}"/>
          </ac:spMkLst>
        </pc:spChg>
        <pc:spChg chg="add del mod">
          <ac:chgData name="Malu Wuillaume (Nokia)" userId="083a375f-69a1-4c40-abb4-ce7ba86f36fc" providerId="ADAL" clId="{CBAB0D85-44C0-4A0F-99F2-B7FF565933E1}" dt="2026-05-19T14:32:53.919" v="850" actId="478"/>
          <ac:spMkLst>
            <pc:docMk/>
            <pc:sldMk cId="3243109497" sldId="265"/>
            <ac:spMk id="17" creationId="{4E411A6A-7339-8C40-AAE0-15EA7104BE1B}"/>
          </ac:spMkLst>
        </pc:spChg>
        <pc:spChg chg="add">
          <ac:chgData name="Malu Wuillaume (Nokia)" userId="083a375f-69a1-4c40-abb4-ce7ba86f36fc" providerId="ADAL" clId="{CBAB0D85-44C0-4A0F-99F2-B7FF565933E1}" dt="2026-05-19T14:32:23.095" v="843"/>
          <ac:spMkLst>
            <pc:docMk/>
            <pc:sldMk cId="3243109497" sldId="265"/>
            <ac:spMk id="18" creationId="{DD302873-963A-101E-3D49-EAF086E5FE58}"/>
          </ac:spMkLst>
        </pc:spChg>
        <pc:spChg chg="add del mod">
          <ac:chgData name="Malu Wuillaume (Nokia)" userId="083a375f-69a1-4c40-abb4-ce7ba86f36fc" providerId="ADAL" clId="{CBAB0D85-44C0-4A0F-99F2-B7FF565933E1}" dt="2026-05-19T14:32:26.303" v="847"/>
          <ac:spMkLst>
            <pc:docMk/>
            <pc:sldMk cId="3243109497" sldId="265"/>
            <ac:spMk id="20" creationId="{1420A814-6AD9-A037-6177-3682D0832C97}"/>
          </ac:spMkLst>
        </pc:spChg>
        <pc:spChg chg="add mod">
          <ac:chgData name="Malu Wuillaume (Nokia)" userId="083a375f-69a1-4c40-abb4-ce7ba86f36fc" providerId="ADAL" clId="{CBAB0D85-44C0-4A0F-99F2-B7FF565933E1}" dt="2026-05-19T14:44:36.714" v="985" actId="1076"/>
          <ac:spMkLst>
            <pc:docMk/>
            <pc:sldMk cId="3243109497" sldId="265"/>
            <ac:spMk id="22" creationId="{AA67AF69-CC17-2784-AFEE-691F7A4876AD}"/>
          </ac:spMkLst>
        </pc:spChg>
        <pc:spChg chg="add">
          <ac:chgData name="Malu Wuillaume (Nokia)" userId="083a375f-69a1-4c40-abb4-ce7ba86f36fc" providerId="ADAL" clId="{CBAB0D85-44C0-4A0F-99F2-B7FF565933E1}" dt="2026-05-19T14:33:35.962" v="896"/>
          <ac:spMkLst>
            <pc:docMk/>
            <pc:sldMk cId="3243109497" sldId="265"/>
            <ac:spMk id="23" creationId="{DF7965DE-25C5-94EA-F783-D0BC59AC28C5}"/>
          </ac:spMkLst>
        </pc:spChg>
        <pc:spChg chg="add mod">
          <ac:chgData name="Malu Wuillaume (Nokia)" userId="083a375f-69a1-4c40-abb4-ce7ba86f36fc" providerId="ADAL" clId="{CBAB0D85-44C0-4A0F-99F2-B7FF565933E1}" dt="2026-05-19T14:33:38.391" v="898"/>
          <ac:spMkLst>
            <pc:docMk/>
            <pc:sldMk cId="3243109497" sldId="265"/>
            <ac:spMk id="24" creationId="{DC5CEF69-B935-0836-A2BC-43F3627817E2}"/>
          </ac:spMkLst>
        </pc:spChg>
        <pc:spChg chg="add mod">
          <ac:chgData name="Malu Wuillaume (Nokia)" userId="083a375f-69a1-4c40-abb4-ce7ba86f36fc" providerId="ADAL" clId="{CBAB0D85-44C0-4A0F-99F2-B7FF565933E1}" dt="2026-05-19T14:44:36.714" v="985" actId="1076"/>
          <ac:spMkLst>
            <pc:docMk/>
            <pc:sldMk cId="3243109497" sldId="265"/>
            <ac:spMk id="26" creationId="{23B7F251-8096-0EE3-4F13-01CAC0A48D60}"/>
          </ac:spMkLst>
        </pc:spChg>
        <pc:spChg chg="add mod">
          <ac:chgData name="Malu Wuillaume (Nokia)" userId="083a375f-69a1-4c40-abb4-ce7ba86f36fc" providerId="ADAL" clId="{CBAB0D85-44C0-4A0F-99F2-B7FF565933E1}" dt="2026-05-19T14:41:25.356" v="969"/>
          <ac:spMkLst>
            <pc:docMk/>
            <pc:sldMk cId="3243109497" sldId="265"/>
            <ac:spMk id="27" creationId="{BC755505-7C12-A59A-D354-BEBA3081ABDF}"/>
          </ac:spMkLst>
        </pc:spChg>
        <pc:spChg chg="mod">
          <ac:chgData name="Malu Wuillaume (Nokia)" userId="083a375f-69a1-4c40-abb4-ce7ba86f36fc" providerId="ADAL" clId="{CBAB0D85-44C0-4A0F-99F2-B7FF565933E1}" dt="2026-05-19T14:34:51.223" v="916" actId="1076"/>
          <ac:spMkLst>
            <pc:docMk/>
            <pc:sldMk cId="3243109497" sldId="265"/>
            <ac:spMk id="132" creationId="{80A1C3DB-BA6F-7377-E9C6-04D3E5D654AC}"/>
          </ac:spMkLst>
        </pc:spChg>
        <pc:spChg chg="del mod">
          <ac:chgData name="Malu Wuillaume (Nokia)" userId="083a375f-69a1-4c40-abb4-ce7ba86f36fc" providerId="ADAL" clId="{CBAB0D85-44C0-4A0F-99F2-B7FF565933E1}" dt="2026-05-19T14:41:25.356" v="969"/>
          <ac:spMkLst>
            <pc:docMk/>
            <pc:sldMk cId="3243109497" sldId="265"/>
            <ac:spMk id="134" creationId="{4DF6C785-CBD1-CEB4-7603-0491F545CAD6}"/>
          </ac:spMkLst>
        </pc:spChg>
        <pc:picChg chg="del">
          <ac:chgData name="Malu Wuillaume (Nokia)" userId="083a375f-69a1-4c40-abb4-ce7ba86f36fc" providerId="ADAL" clId="{CBAB0D85-44C0-4A0F-99F2-B7FF565933E1}" dt="2026-05-19T13:30:55.039" v="737" actId="478"/>
          <ac:picMkLst>
            <pc:docMk/>
            <pc:sldMk cId="3243109497" sldId="265"/>
            <ac:picMk id="7" creationId="{CF2D02F9-9A0E-516C-41AE-D7CBC7112526}"/>
          </ac:picMkLst>
        </pc:picChg>
        <pc:picChg chg="del">
          <ac:chgData name="Malu Wuillaume (Nokia)" userId="083a375f-69a1-4c40-abb4-ce7ba86f36fc" providerId="ADAL" clId="{CBAB0D85-44C0-4A0F-99F2-B7FF565933E1}" dt="2026-05-19T13:30:57.116" v="739" actId="478"/>
          <ac:picMkLst>
            <pc:docMk/>
            <pc:sldMk cId="3243109497" sldId="265"/>
            <ac:picMk id="11" creationId="{0EEFE64F-C708-7B8E-FCA2-0895FFC19F20}"/>
          </ac:picMkLst>
        </pc:picChg>
        <pc:picChg chg="add del mod">
          <ac:chgData name="Malu Wuillaume (Nokia)" userId="083a375f-69a1-4c40-abb4-ce7ba86f36fc" providerId="ADAL" clId="{CBAB0D85-44C0-4A0F-99F2-B7FF565933E1}" dt="2026-05-19T14:38:41.497" v="948" actId="478"/>
          <ac:picMkLst>
            <pc:docMk/>
            <pc:sldMk cId="3243109497" sldId="265"/>
            <ac:picMk id="4098" creationId="{EC302235-FFE8-FBF5-4702-F2B1DE5C46EE}"/>
          </ac:picMkLst>
        </pc:picChg>
        <pc:picChg chg="add mod">
          <ac:chgData name="Malu Wuillaume (Nokia)" userId="083a375f-69a1-4c40-abb4-ce7ba86f36fc" providerId="ADAL" clId="{CBAB0D85-44C0-4A0F-99F2-B7FF565933E1}" dt="2026-05-19T14:44:40.067" v="986" actId="1076"/>
          <ac:picMkLst>
            <pc:docMk/>
            <pc:sldMk cId="3243109497" sldId="265"/>
            <ac:picMk id="4104" creationId="{926BD62E-DB5B-4DD1-8E02-14503FC8ED77}"/>
          </ac:picMkLst>
        </pc:picChg>
        <pc:cxnChg chg="add del mod">
          <ac:chgData name="Malu Wuillaume (Nokia)" userId="083a375f-69a1-4c40-abb4-ce7ba86f36fc" providerId="ADAL" clId="{CBAB0D85-44C0-4A0F-99F2-B7FF565933E1}" dt="2026-05-19T13:37:37.480" v="810" actId="478"/>
          <ac:cxnSpMkLst>
            <pc:docMk/>
            <pc:sldMk cId="3243109497" sldId="265"/>
            <ac:cxnSpMk id="15" creationId="{1B27A184-3FAD-B7E6-A1BE-BD735B1C587B}"/>
          </ac:cxnSpMkLst>
        </pc:cxnChg>
        <pc:cxnChg chg="del">
          <ac:chgData name="Malu Wuillaume (Nokia)" userId="083a375f-69a1-4c40-abb4-ce7ba86f36fc" providerId="ADAL" clId="{CBAB0D85-44C0-4A0F-99F2-B7FF565933E1}" dt="2026-05-19T13:30:56.343" v="738" actId="478"/>
          <ac:cxnSpMkLst>
            <pc:docMk/>
            <pc:sldMk cId="3243109497" sldId="265"/>
            <ac:cxnSpMk id="19" creationId="{62611C4D-82AB-C4E7-41DE-E45AD8A952D6}"/>
          </ac:cxnSpMkLst>
        </pc:cxnChg>
      </pc:sldChg>
      <pc:sldChg chg="new del">
        <pc:chgData name="Malu Wuillaume (Nokia)" userId="083a375f-69a1-4c40-abb4-ce7ba86f36fc" providerId="ADAL" clId="{CBAB0D85-44C0-4A0F-99F2-B7FF565933E1}" dt="2026-05-20T18:22:47.071" v="1018" actId="47"/>
        <pc:sldMkLst>
          <pc:docMk/>
          <pc:sldMk cId="1091877891" sldId="266"/>
        </pc:sldMkLst>
      </pc:sldChg>
      <pc:sldChg chg="del">
        <pc:chgData name="Malu Wuillaume (Nokia)" userId="083a375f-69a1-4c40-abb4-ce7ba86f36fc" providerId="ADAL" clId="{CBAB0D85-44C0-4A0F-99F2-B7FF565933E1}" dt="2026-05-19T13:32:11.994" v="748" actId="47"/>
        <pc:sldMkLst>
          <pc:docMk/>
          <pc:sldMk cId="2405946955" sldId="266"/>
        </pc:sldMkLst>
      </pc:sldChg>
      <pc:sldChg chg="new del">
        <pc:chgData name="Malu Wuillaume (Nokia)" userId="083a375f-69a1-4c40-abb4-ce7ba86f36fc" providerId="ADAL" clId="{CBAB0D85-44C0-4A0F-99F2-B7FF565933E1}" dt="2026-05-20T18:22:49.498" v="1019" actId="47"/>
        <pc:sldMkLst>
          <pc:docMk/>
          <pc:sldMk cId="1560920889" sldId="267"/>
        </pc:sldMkLst>
      </pc:sldChg>
      <pc:sldChg chg="del">
        <pc:chgData name="Malu Wuillaume (Nokia)" userId="083a375f-69a1-4c40-abb4-ce7ba86f36fc" providerId="ADAL" clId="{CBAB0D85-44C0-4A0F-99F2-B7FF565933E1}" dt="2026-05-19T13:32:11.394" v="747" actId="47"/>
        <pc:sldMkLst>
          <pc:docMk/>
          <pc:sldMk cId="3281777191" sldId="267"/>
        </pc:sldMkLst>
      </pc:sldChg>
      <pc:sldChg chg="del">
        <pc:chgData name="Malu Wuillaume (Nokia)" userId="083a375f-69a1-4c40-abb4-ce7ba86f36fc" providerId="ADAL" clId="{CBAB0D85-44C0-4A0F-99F2-B7FF565933E1}" dt="2026-05-19T13:32:12.661" v="749" actId="47"/>
        <pc:sldMkLst>
          <pc:docMk/>
          <pc:sldMk cId="2788635678" sldId="268"/>
        </pc:sldMkLst>
      </pc:sldChg>
      <pc:sldChg chg="del">
        <pc:chgData name="Malu Wuillaume (Nokia)" userId="083a375f-69a1-4c40-abb4-ce7ba86f36fc" providerId="ADAL" clId="{CBAB0D85-44C0-4A0F-99F2-B7FF565933E1}" dt="2026-05-19T13:32:13.504" v="750" actId="47"/>
        <pc:sldMkLst>
          <pc:docMk/>
          <pc:sldMk cId="3956923635" sldId="269"/>
        </pc:sldMkLst>
      </pc:sldChg>
      <pc:sldChg chg="del">
        <pc:chgData name="Malu Wuillaume (Nokia)" userId="083a375f-69a1-4c40-abb4-ce7ba86f36fc" providerId="ADAL" clId="{CBAB0D85-44C0-4A0F-99F2-B7FF565933E1}" dt="2026-05-19T13:32:15.665" v="751" actId="47"/>
        <pc:sldMkLst>
          <pc:docMk/>
          <pc:sldMk cId="122170698" sldId="270"/>
        </pc:sldMkLst>
      </pc:sldChg>
      <pc:sldChg chg="add del">
        <pc:chgData name="Malu Wuillaume (Nokia)" userId="083a375f-69a1-4c40-abb4-ce7ba86f36fc" providerId="ADAL" clId="{CBAB0D85-44C0-4A0F-99F2-B7FF565933E1}" dt="2026-05-19T12:29:02.702" v="73" actId="2696"/>
        <pc:sldMkLst>
          <pc:docMk/>
          <pc:sldMk cId="2576823749" sldId="271"/>
        </pc:sldMkLst>
      </pc:sldChg>
      <pc:sldMasterChg chg="modSp mod delSldLayout">
        <pc:chgData name="Malu Wuillaume (Nokia)" userId="083a375f-69a1-4c40-abb4-ce7ba86f36fc" providerId="ADAL" clId="{CBAB0D85-44C0-4A0F-99F2-B7FF565933E1}" dt="2026-05-19T14:42:31.884" v="970" actId="20577"/>
        <pc:sldMasterMkLst>
          <pc:docMk/>
          <pc:sldMasterMk cId="0" sldId="2147483663"/>
        </pc:sldMasterMkLst>
        <pc:spChg chg="mod">
          <ac:chgData name="Malu Wuillaume (Nokia)" userId="083a375f-69a1-4c40-abb4-ce7ba86f36fc" providerId="ADAL" clId="{CBAB0D85-44C0-4A0F-99F2-B7FF565933E1}" dt="2026-05-19T14:42:31.884" v="970" actId="20577"/>
          <ac:spMkLst>
            <pc:docMk/>
            <pc:sldMasterMk cId="0" sldId="2147483663"/>
            <ac:spMk id="16" creationId="{00000000-0000-0000-0000-000000000000}"/>
          </ac:spMkLst>
        </pc:spChg>
        <pc:sldLayoutChg chg="del">
          <pc:chgData name="Malu Wuillaume (Nokia)" userId="083a375f-69a1-4c40-abb4-ce7ba86f36fc" providerId="ADAL" clId="{CBAB0D85-44C0-4A0F-99F2-B7FF565933E1}" dt="2026-05-19T13:32:13.504" v="750" actId="47"/>
          <pc:sldLayoutMkLst>
            <pc:docMk/>
            <pc:sldMasterMk cId="0" sldId="2147483663"/>
            <pc:sldLayoutMk cId="4040449367" sldId="21474836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E2FC8EB8-8D5E-CE6A-BDF5-9183F010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C6C10ACD-9B37-15D5-F25E-8FC5FDE51C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E9DBCE7D-D7FB-D4DA-5559-0100BE437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5575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9CCDC51F-0358-4B0C-1281-25639408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9BF90FF6-10BF-6107-A6E6-A0BAA167A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4C0F029C-894F-816B-2DCB-003C88EA5F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5013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3780593" y="800861"/>
            <a:ext cx="8254849" cy="346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6000"/>
              <a:buFont typeface="Fira Sans"/>
              <a:buNone/>
              <a:defRPr sz="6000"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3780593" y="4414058"/>
            <a:ext cx="8289485" cy="90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>
                <a:solidFill>
                  <a:srgbClr val="38415C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2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58794" y="219583"/>
            <a:ext cx="1800000" cy="777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picture containing 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2" y="219583"/>
            <a:ext cx="4306211" cy="5515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6251" y="-45213"/>
            <a:ext cx="2165749" cy="130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156557" y="1501428"/>
            <a:ext cx="1191352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3200"/>
              <a:buChar char="•"/>
              <a:defRPr sz="3200">
                <a:solidFill>
                  <a:srgbClr val="38415C"/>
                </a:solidFill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sz="2800">
                <a:solidFill>
                  <a:srgbClr val="38415C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sz="2400">
                <a:solidFill>
                  <a:srgbClr val="38415C"/>
                </a:solidFill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2000">
                <a:solidFill>
                  <a:srgbClr val="38415C"/>
                </a:solidFill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2000"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208544" y="1500884"/>
            <a:ext cx="576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310079" y="1500884"/>
            <a:ext cx="576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6310079" y="1500884"/>
            <a:ext cx="576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>
              <a:solidFill>
                <a:srgbClr val="EB976D"/>
              </a:solidFill>
            </a:endParaRPr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229859" y="1530777"/>
            <a:ext cx="576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 b="1">
                <a:solidFill>
                  <a:srgbClr val="38415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2"/>
          </p:nvPr>
        </p:nvSpPr>
        <p:spPr>
          <a:xfrm>
            <a:off x="229859" y="2184437"/>
            <a:ext cx="5760000" cy="393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b="0">
                <a:solidFill>
                  <a:srgbClr val="38415C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b="0">
                <a:solidFill>
                  <a:srgbClr val="38415C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b="0">
                <a:solidFill>
                  <a:srgbClr val="3841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3"/>
          </p:nvPr>
        </p:nvSpPr>
        <p:spPr>
          <a:xfrm>
            <a:off x="6310079" y="1535885"/>
            <a:ext cx="576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 b="1">
                <a:solidFill>
                  <a:srgbClr val="38415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4"/>
          </p:nvPr>
        </p:nvSpPr>
        <p:spPr>
          <a:xfrm>
            <a:off x="6310079" y="2184437"/>
            <a:ext cx="5760000" cy="393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229859" y="1530777"/>
            <a:ext cx="576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 b="1">
                <a:solidFill>
                  <a:srgbClr val="38415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229859" y="2184437"/>
            <a:ext cx="5760000" cy="393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b="0">
                <a:solidFill>
                  <a:srgbClr val="38415C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b="0">
                <a:solidFill>
                  <a:srgbClr val="38415C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b="0">
                <a:solidFill>
                  <a:srgbClr val="3841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6310079" y="1535885"/>
            <a:ext cx="576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 b="1">
                <a:solidFill>
                  <a:srgbClr val="38415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2"/>
          </p:nvPr>
        </p:nvSpPr>
        <p:spPr>
          <a:xfrm>
            <a:off x="6310079" y="2184437"/>
            <a:ext cx="5760000" cy="393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74" name="Google Shape;7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inição">
  <p:cSld name="Definição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156557" y="1501428"/>
            <a:ext cx="1191352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4800"/>
              <a:buNone/>
              <a:defRPr sz="4800" b="1">
                <a:solidFill>
                  <a:srgbClr val="38415C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3200"/>
              <a:buNone/>
              <a:defRPr sz="3200" b="0">
                <a:solidFill>
                  <a:srgbClr val="38415C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800"/>
              <a:buNone/>
              <a:defRPr sz="2800" b="0">
                <a:solidFill>
                  <a:srgbClr val="38415C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 b="0">
                <a:solidFill>
                  <a:srgbClr val="38415C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 b="0"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a de Definições">
  <p:cSld name="Lista de Definiçõe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>
            <a:off x="156557" y="1501428"/>
            <a:ext cx="1191352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3200"/>
              <a:buChar char="•"/>
              <a:defRPr sz="3200" b="1">
                <a:solidFill>
                  <a:srgbClr val="38415C"/>
                </a:solidFill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sz="2800">
                <a:solidFill>
                  <a:srgbClr val="38415C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sz="2400">
                <a:solidFill>
                  <a:srgbClr val="38415C"/>
                </a:solidFill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2000">
                <a:solidFill>
                  <a:srgbClr val="38415C"/>
                </a:solidFill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2000"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50">
  <p:cSld name="Logo50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8300" y="52387"/>
            <a:ext cx="8915400" cy="675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211797"/>
            <a:ext cx="12192000" cy="646203"/>
          </a:xfrm>
          <a:prstGeom prst="rect">
            <a:avLst/>
          </a:prstGeom>
          <a:solidFill>
            <a:srgbClr val="38415C"/>
          </a:solidFill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 sz="5400" b="1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56557" y="1501428"/>
            <a:ext cx="1191352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 dirty="0"/>
          </a:p>
        </p:txBody>
      </p:sp>
      <p:pic>
        <p:nvPicPr>
          <p:cNvPr id="15" name="Google Shape;15;p1" descr="A picture containing orange, light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56557" y="91016"/>
            <a:ext cx="1033548" cy="132468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 txBox="1"/>
          <p:nvPr/>
        </p:nvSpPr>
        <p:spPr>
          <a:xfrm>
            <a:off x="11450783" y="6431171"/>
            <a:ext cx="741217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/6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2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ctrTitle"/>
          </p:nvPr>
        </p:nvSpPr>
        <p:spPr>
          <a:xfrm>
            <a:off x="3780593" y="1954635"/>
            <a:ext cx="8254849" cy="230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6000"/>
              <a:buFont typeface="Fira Sans"/>
              <a:buNone/>
            </a:pPr>
            <a:r>
              <a:rPr lang="pt-BR" sz="4500" dirty="0"/>
              <a:t>Detecção de Comunidades</a:t>
            </a:r>
            <a:br>
              <a:rPr lang="pt-BR" sz="4500" dirty="0"/>
            </a:br>
            <a:r>
              <a:rPr lang="pt-BR" sz="4500" dirty="0"/>
              <a:t>em Redes Complexas</a:t>
            </a:r>
            <a:br>
              <a:rPr lang="pt-BR" sz="4500" dirty="0"/>
            </a:br>
            <a:endParaRPr sz="4500" dirty="0"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1"/>
          </p:nvPr>
        </p:nvSpPr>
        <p:spPr>
          <a:xfrm>
            <a:off x="3763273" y="4146844"/>
            <a:ext cx="8289485" cy="148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</a:pPr>
            <a:r>
              <a:rPr lang="en-US" sz="2000" dirty="0"/>
              <a:t>Aluna: Maria Luiza C. Wuillaume</a:t>
            </a:r>
            <a:endParaRPr sz="20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</a:pPr>
            <a:r>
              <a:rPr lang="pt-BR" sz="2000" dirty="0"/>
              <a:t>Professor: Daniel </a:t>
            </a:r>
            <a:r>
              <a:rPr lang="pt-BR" sz="2000" dirty="0" err="1"/>
              <a:t>Ratton</a:t>
            </a:r>
            <a:endParaRPr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A2838-63E4-5C0D-865E-602E611A29EA}"/>
              </a:ext>
            </a:extLst>
          </p:cNvPr>
          <p:cNvSpPr txBox="1"/>
          <p:nvPr/>
        </p:nvSpPr>
        <p:spPr>
          <a:xfrm>
            <a:off x="5216213" y="5211376"/>
            <a:ext cx="538360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94A3B8"/>
                </a:solidFill>
              </a:rPr>
              <a:t>Baseado</a:t>
            </a:r>
            <a:r>
              <a:rPr lang="en-US" sz="1500" dirty="0">
                <a:solidFill>
                  <a:srgbClr val="94A3B8"/>
                </a:solidFill>
              </a:rPr>
              <a:t> </a:t>
            </a:r>
            <a:r>
              <a:rPr lang="en-US" sz="1500" dirty="0" err="1">
                <a:solidFill>
                  <a:srgbClr val="94A3B8"/>
                </a:solidFill>
              </a:rPr>
              <a:t>em</a:t>
            </a:r>
            <a:r>
              <a:rPr lang="en-US" sz="1500" dirty="0">
                <a:solidFill>
                  <a:srgbClr val="94A3B8"/>
                </a:solidFill>
              </a:rPr>
              <a:t>: Liu &amp; Liu, Physica A 389 (2010) 2300–2309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C7744921-067C-DCC1-64A8-B0C72C36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F1336427-ABC8-2B24-41AD-DBCCF8BA0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8" y="66183"/>
            <a:ext cx="12185627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5000" dirty="0" err="1"/>
              <a:t>Contextualização</a:t>
            </a:r>
            <a:r>
              <a:rPr lang="en-US" sz="5000" dirty="0"/>
              <a:t> do </a:t>
            </a:r>
            <a:r>
              <a:rPr lang="en-US" sz="5000" dirty="0" err="1"/>
              <a:t>Problema</a:t>
            </a:r>
            <a:r>
              <a:rPr lang="en-US" sz="5000" dirty="0"/>
              <a:t>: </a:t>
            </a:r>
            <a:br>
              <a:rPr lang="en-US" sz="5000" dirty="0"/>
            </a:br>
            <a:r>
              <a:rPr lang="pt-BR" sz="2000" dirty="0"/>
              <a:t>Detecção de Comunidades em Redes Complexas</a:t>
            </a:r>
            <a:endParaRPr sz="2000" dirty="0"/>
          </a:p>
        </p:txBody>
      </p:sp>
      <p:sp>
        <p:nvSpPr>
          <p:cNvPr id="124" name="Google Shape;124;p19">
            <a:extLst>
              <a:ext uri="{FF2B5EF4-FFF2-40B4-BE49-F238E27FC236}">
                <a16:creationId xmlns:a16="http://schemas.microsoft.com/office/drawing/2014/main" id="{6B660301-0C70-6AAA-42FF-2606CCC7F22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 Luiza C. Wuillaume</a:t>
            </a:r>
            <a:endParaRPr/>
          </a:p>
        </p:txBody>
      </p:sp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44190E16-9814-C4D7-3E06-D8C27EB9BE0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sp>
        <p:nvSpPr>
          <p:cNvPr id="126" name="Google Shape;126;p19">
            <a:extLst>
              <a:ext uri="{FF2B5EF4-FFF2-40B4-BE49-F238E27FC236}">
                <a16:creationId xmlns:a16="http://schemas.microsoft.com/office/drawing/2014/main" id="{AA96E4AA-2B0D-E868-0548-915FC98FE8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74872D-ECCB-B95D-D82A-4FDAAD7812FF}"/>
              </a:ext>
            </a:extLst>
          </p:cNvPr>
          <p:cNvSpPr txBox="1"/>
          <p:nvPr/>
        </p:nvSpPr>
        <p:spPr>
          <a:xfrm>
            <a:off x="799868" y="1767006"/>
            <a:ext cx="494053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Redes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possuem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grande volume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conexões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dificultando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compreensão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estrutura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dos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relacionamentos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existentes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detecção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comunidades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busca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automaticamente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grupos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fortemente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conectados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reduzindo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complexidade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 rede 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revelando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padrões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estruturais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Essa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abordagem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útil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recomendação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conteúdo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propagação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falhas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identificação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grupos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sociais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entre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outras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aplicações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1032" name="Picture 8" descr="Community Detection Algorithms. Many of you are familiar with networks… |  by Thamindu Dilshan Jayawickrama | TDS Archive | Medium">
            <a:extLst>
              <a:ext uri="{FF2B5EF4-FFF2-40B4-BE49-F238E27FC236}">
                <a16:creationId xmlns:a16="http://schemas.microsoft.com/office/drawing/2014/main" id="{3484E7D0-8725-6980-C54E-C439A2580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591" y="2450432"/>
            <a:ext cx="4940533" cy="271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329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</a:pPr>
            <a:r>
              <a:rPr lang="pt-BR" dirty="0"/>
              <a:t>Framework Artigo Base </a:t>
            </a:r>
            <a:endParaRPr dirty="0"/>
          </a:p>
        </p:txBody>
      </p:sp>
      <p:sp>
        <p:nvSpPr>
          <p:cNvPr id="124" name="Google Shape;124;p19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Maria Luiza C. Wuillaume</a:t>
            </a:r>
            <a:endParaRPr dirty="0"/>
          </a:p>
        </p:txBody>
      </p:sp>
      <p:sp>
        <p:nvSpPr>
          <p:cNvPr id="126" name="Google Shape;126;p19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44621D-A275-C0B7-19DD-4B21E2800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65325"/>
            <a:ext cx="12192000" cy="1046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B5C10B-1BD1-7CD1-2D3A-9562E1A6F78C}"/>
                  </a:ext>
                </a:extLst>
              </p:cNvPr>
              <p:cNvSpPr txBox="1"/>
              <p:nvPr/>
            </p:nvSpPr>
            <p:spPr>
              <a:xfrm>
                <a:off x="662516" y="3592795"/>
                <a:ext cx="10183284" cy="2231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 rede é </a:t>
                </a:r>
                <a:r>
                  <a:rPr lang="en-US" sz="1600" dirty="0" err="1"/>
                  <a:t>representada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como</a:t>
                </a:r>
                <a:r>
                  <a:rPr lang="en-US" sz="1600" dirty="0"/>
                  <a:t> um </a:t>
                </a:r>
                <a:r>
                  <a:rPr lang="en-US" sz="1600" dirty="0" err="1"/>
                  <a:t>grafo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ar-AE" sz="1600" dirty="0"/>
                  <a:t>, </a:t>
                </a:r>
                <a:r>
                  <a:rPr lang="en-US" sz="1600" dirty="0" err="1"/>
                  <a:t>que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pode</a:t>
                </a:r>
                <a:r>
                  <a:rPr lang="en-US" sz="1600" dirty="0"/>
                  <a:t> ser </a:t>
                </a:r>
                <a:r>
                  <a:rPr lang="en-US" sz="1600" dirty="0" err="1"/>
                  <a:t>ponderado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onde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os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nós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representam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entidades</a:t>
                </a:r>
                <a:r>
                  <a:rPr lang="en-US" sz="1600" dirty="0"/>
                  <a:t> e as </a:t>
                </a:r>
                <a:r>
                  <a:rPr lang="en-US" sz="1600" dirty="0" err="1"/>
                  <a:t>arestas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representam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conexões</a:t>
                </a:r>
                <a:r>
                  <a:rPr lang="en-US" sz="1600" dirty="0"/>
                  <a:t> entre </a:t>
                </a:r>
                <a:r>
                  <a:rPr lang="en-US" sz="1600" dirty="0" err="1"/>
                  <a:t>elas</a:t>
                </a:r>
                <a:r>
                  <a:rPr lang="en-US" sz="1600" dirty="0"/>
                  <a:t>. </a:t>
                </a:r>
              </a:p>
              <a:p>
                <a:endParaRPr 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/>
                  <a:t>Uma </a:t>
                </a:r>
                <a:r>
                  <a:rPr lang="en-US" sz="1500" dirty="0" err="1"/>
                  <a:t>métrica</a:t>
                </a:r>
                <a:r>
                  <a:rPr lang="en-US" sz="1500" dirty="0"/>
                  <a:t> de </a:t>
                </a:r>
                <a:r>
                  <a:rPr lang="en-US" sz="1500" dirty="0" err="1"/>
                  <a:t>proximidade</a:t>
                </a:r>
                <a:r>
                  <a:rPr lang="en-US" sz="1500" dirty="0"/>
                  <a:t> é </a:t>
                </a:r>
                <a:r>
                  <a:rPr lang="en-US" sz="1500" dirty="0" err="1"/>
                  <a:t>calculada</a:t>
                </a:r>
                <a:r>
                  <a:rPr lang="en-US" sz="1500" dirty="0"/>
                  <a:t> para </a:t>
                </a:r>
                <a:r>
                  <a:rPr lang="en-US" sz="1500" dirty="0" err="1"/>
                  <a:t>medir</a:t>
                </a:r>
                <a:r>
                  <a:rPr lang="en-US" sz="1500" dirty="0"/>
                  <a:t> o </a:t>
                </a:r>
                <a:r>
                  <a:rPr lang="en-US" sz="1500" dirty="0" err="1"/>
                  <a:t>grau</a:t>
                </a:r>
                <a:r>
                  <a:rPr lang="en-US" sz="1500" dirty="0"/>
                  <a:t> de </a:t>
                </a:r>
                <a:r>
                  <a:rPr lang="en-US" sz="1500" dirty="0" err="1"/>
                  <a:t>similaridade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estrutural</a:t>
                </a:r>
                <a:r>
                  <a:rPr lang="en-US" sz="1500" dirty="0"/>
                  <a:t> entre </a:t>
                </a:r>
                <a:r>
                  <a:rPr lang="en-US" sz="1500" dirty="0" err="1"/>
                  <a:t>os</a:t>
                </a:r>
                <a:r>
                  <a:rPr lang="en-US" sz="1500" dirty="0"/>
                  <a:t> </a:t>
                </a:r>
                <a:r>
                  <a:rPr lang="en-US" sz="1500" dirty="0" err="1"/>
                  <a:t>nós</a:t>
                </a:r>
                <a:r>
                  <a:rPr lang="en-US" sz="1500" dirty="0"/>
                  <a:t> da rede. </a:t>
                </a:r>
              </a:p>
              <a:p>
                <a:endParaRPr 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/>
                  <a:t>O </a:t>
                </a:r>
                <a:r>
                  <a:rPr lang="en-US" sz="1500" dirty="0" err="1"/>
                  <a:t>algoritmo</a:t>
                </a:r>
                <a:r>
                  <a:rPr lang="en-US" sz="1500" dirty="0"/>
                  <a:t> k-means </a:t>
                </a:r>
                <a:r>
                  <a:rPr lang="en-US" sz="1500" dirty="0" err="1"/>
                  <a:t>utiliza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essas</a:t>
                </a:r>
                <a:r>
                  <a:rPr lang="en-US" sz="1500" dirty="0"/>
                  <a:t> </a:t>
                </a:r>
                <a:r>
                  <a:rPr lang="en-US" sz="1500" dirty="0" err="1"/>
                  <a:t>medidas</a:t>
                </a:r>
                <a:r>
                  <a:rPr lang="en-US" sz="1500" dirty="0"/>
                  <a:t> de </a:t>
                </a:r>
                <a:r>
                  <a:rPr lang="en-US" sz="1500" dirty="0" err="1"/>
                  <a:t>proximidade</a:t>
                </a:r>
                <a:r>
                  <a:rPr lang="en-US" sz="1500" dirty="0"/>
                  <a:t> para </a:t>
                </a:r>
                <a:r>
                  <a:rPr lang="en-US" sz="1500" dirty="0" err="1"/>
                  <a:t>formar</a:t>
                </a:r>
                <a:r>
                  <a:rPr lang="en-US" sz="1500" dirty="0"/>
                  <a:t> </a:t>
                </a:r>
                <a:r>
                  <a:rPr lang="en-US" sz="1500" dirty="0" err="1"/>
                  <a:t>agrupamentos</a:t>
                </a:r>
                <a:r>
                  <a:rPr lang="en-US" sz="1500" dirty="0"/>
                  <a:t> </a:t>
                </a:r>
                <a:r>
                  <a:rPr lang="en-US" sz="1500" dirty="0" err="1"/>
                  <a:t>iniciais</a:t>
                </a:r>
                <a:r>
                  <a:rPr lang="en-US" sz="1500" dirty="0"/>
                  <a:t> de comunidades. </a:t>
                </a:r>
              </a:p>
              <a:p>
                <a:endParaRPr 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O </a:t>
                </a:r>
                <a:r>
                  <a:rPr lang="pt-BR" sz="1600" dirty="0" err="1"/>
                  <a:t>Simulated</a:t>
                </a:r>
                <a:r>
                  <a:rPr lang="pt-BR" sz="1600" dirty="0"/>
                  <a:t> </a:t>
                </a:r>
                <a:r>
                  <a:rPr lang="pt-BR" sz="1600" dirty="0" err="1"/>
                  <a:t>Annealing</a:t>
                </a:r>
                <a:r>
                  <a:rPr lang="pt-BR" sz="1600" dirty="0"/>
                  <a:t> modifica iterativamente os agrupamentos e reexecuta o k-</a:t>
                </a:r>
                <a:r>
                  <a:rPr lang="pt-BR" sz="1600" dirty="0" err="1"/>
                  <a:t>means</a:t>
                </a:r>
                <a:r>
                  <a:rPr lang="pt-BR" sz="1600" dirty="0"/>
                  <a:t>, buscando maximizar a modularidade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600" dirty="0"/>
                  <a:t>e encontrar a melhor partição da rede.</a:t>
                </a:r>
                <a:endParaRPr lang="en-US" sz="1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B5C10B-1BD1-7CD1-2D3A-9562E1A6F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16" y="3592795"/>
                <a:ext cx="10183284" cy="2231380"/>
              </a:xfrm>
              <a:prstGeom prst="rect">
                <a:avLst/>
              </a:prstGeom>
              <a:blipFill>
                <a:blip r:embed="rId4"/>
                <a:stretch>
                  <a:fillRect l="-240" t="-820" b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125;p19">
            <a:extLst>
              <a:ext uri="{FF2B5EF4-FFF2-40B4-BE49-F238E27FC236}">
                <a16:creationId xmlns:a16="http://schemas.microsoft.com/office/drawing/2014/main" id="{AA59270F-67D6-17B3-C6B1-9FD7DAC1E4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</a:pPr>
            <a:r>
              <a:rPr lang="pt-BR" dirty="0"/>
              <a:t>Definição das Métricas</a:t>
            </a:r>
            <a:endParaRPr dirty="0"/>
          </a:p>
        </p:txBody>
      </p:sp>
      <p:sp>
        <p:nvSpPr>
          <p:cNvPr id="133" name="Google Shape;133;p20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 Luiza C. Wuillaume</a:t>
            </a:r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877AA7-816C-5511-25C8-E7D2E248F34B}"/>
              </a:ext>
            </a:extLst>
          </p:cNvPr>
          <p:cNvCxnSpPr>
            <a:cxnSpLocks/>
          </p:cNvCxnSpPr>
          <p:nvPr/>
        </p:nvCxnSpPr>
        <p:spPr>
          <a:xfrm>
            <a:off x="5731933" y="1312333"/>
            <a:ext cx="0" cy="4453467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597F07E-20FC-A32C-F7F1-67FA91012D46}"/>
              </a:ext>
            </a:extLst>
          </p:cNvPr>
          <p:cNvSpPr txBox="1"/>
          <p:nvPr/>
        </p:nvSpPr>
        <p:spPr>
          <a:xfrm>
            <a:off x="1218774" y="1329611"/>
            <a:ext cx="6151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Medida</a:t>
            </a:r>
            <a:r>
              <a:rPr lang="en-US" sz="2000" b="1" dirty="0"/>
              <a:t> de </a:t>
            </a:r>
            <a:r>
              <a:rPr lang="en-US" sz="2000" b="1" dirty="0" err="1"/>
              <a:t>Proximidade</a:t>
            </a:r>
            <a:endParaRPr 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30250-29AE-394B-0B8F-7CC0EE161E0B}"/>
              </a:ext>
            </a:extLst>
          </p:cNvPr>
          <p:cNvSpPr txBox="1"/>
          <p:nvPr/>
        </p:nvSpPr>
        <p:spPr>
          <a:xfrm>
            <a:off x="156557" y="1901064"/>
            <a:ext cx="6148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Dissimilarity Index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13C8C2-5836-3F34-E716-3C4E7D4282B5}"/>
              </a:ext>
            </a:extLst>
          </p:cNvPr>
          <p:cNvSpPr txBox="1"/>
          <p:nvPr/>
        </p:nvSpPr>
        <p:spPr>
          <a:xfrm>
            <a:off x="156557" y="2282532"/>
            <a:ext cx="5303949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A métrica é baseada em um processo de 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random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walk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, no qual um caminhante aleatório percorre a rede entre os nós.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pt-BR" altLang="en-US" sz="13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Para cada nó x, calcula-se t(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x,z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), o número esperado de passos necessários para alcançar um nó z pela primeira vez (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Mean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First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Passage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 Time).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pt-BR" altLang="en-US" sz="13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Se dois nós x e y pertencem à mesma comunidade, seus tempos médios t(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x,z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) e t(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y,z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) tendem a ser semelhantes para os diferentes nós z da rede, resultando em baixa dissimilaridade estrutural.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8" name="Picture 6" descr="Network meta‐analysis and random walks - Davies - 2022 - Statistics in  Medicine - Wiley Online Library">
            <a:extLst>
              <a:ext uri="{FF2B5EF4-FFF2-40B4-BE49-F238E27FC236}">
                <a16:creationId xmlns:a16="http://schemas.microsoft.com/office/drawing/2014/main" id="{C0E75255-E67E-DF1E-6B06-00F90F3A6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829" y="4673745"/>
            <a:ext cx="2610705" cy="134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19EBACA-E4CE-E386-D40F-558DED91D297}"/>
              </a:ext>
            </a:extLst>
          </p:cNvPr>
          <p:cNvSpPr txBox="1"/>
          <p:nvPr/>
        </p:nvSpPr>
        <p:spPr>
          <a:xfrm>
            <a:off x="5944103" y="2282936"/>
            <a:ext cx="591380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Mede a qualidade da divisão da </a:t>
            </a:r>
            <a:r>
              <a:rPr lang="pt-BR" altLang="en-US" sz="1300" i="1" dirty="0">
                <a:solidFill>
                  <a:schemeClr val="tx1"/>
                </a:solidFill>
                <a:latin typeface="Arial" panose="020B0604020202020204" pitchFamily="34" charset="0"/>
              </a:rPr>
              <a:t>rede em comunidades, avaliando o quão fortemente os nós es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tão conectados dentro de cada grupo.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pt-BR" altLang="en-US" sz="13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A métrica calcula a diferença entre o número de conexões observadas dentro das comunidades e o número esperado de conexões em uma rede aleatória equivalente.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pt-BR" altLang="en-US" sz="13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Valores altos de Q indicam comunidades bem definidas,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281742-FD90-0BE9-A2F5-4EC8CAB7BAFC}"/>
              </a:ext>
            </a:extLst>
          </p:cNvPr>
          <p:cNvSpPr txBox="1"/>
          <p:nvPr/>
        </p:nvSpPr>
        <p:spPr>
          <a:xfrm>
            <a:off x="7169577" y="1329611"/>
            <a:ext cx="6151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Métrica</a:t>
            </a:r>
            <a:r>
              <a:rPr lang="en-US" sz="2000" b="1" dirty="0"/>
              <a:t> de </a:t>
            </a:r>
            <a:r>
              <a:rPr lang="en-US" sz="2000" b="1" dirty="0" err="1"/>
              <a:t>Otimização</a:t>
            </a:r>
            <a:endParaRPr lang="en-US" sz="2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F10559-0686-F9DE-E605-D771F79472CB}"/>
              </a:ext>
            </a:extLst>
          </p:cNvPr>
          <p:cNvSpPr txBox="1"/>
          <p:nvPr/>
        </p:nvSpPr>
        <p:spPr>
          <a:xfrm>
            <a:off x="5922377" y="1901063"/>
            <a:ext cx="7900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Modularidade</a:t>
            </a:r>
            <a:r>
              <a:rPr lang="en-US" b="1" dirty="0"/>
              <a:t> Q</a:t>
            </a:r>
          </a:p>
        </p:txBody>
      </p:sp>
      <p:pic>
        <p:nvPicPr>
          <p:cNvPr id="3081" name="Picture 9" descr="Redes Complexas Aula 16">
            <a:extLst>
              <a:ext uri="{FF2B5EF4-FFF2-40B4-BE49-F238E27FC236}">
                <a16:creationId xmlns:a16="http://schemas.microsoft.com/office/drawing/2014/main" id="{32F70993-DBC7-858A-72D0-983E0D630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248" y="4094346"/>
            <a:ext cx="3219150" cy="199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Google Shape;125;p19">
            <a:extLst>
              <a:ext uri="{FF2B5EF4-FFF2-40B4-BE49-F238E27FC236}">
                <a16:creationId xmlns:a16="http://schemas.microsoft.com/office/drawing/2014/main" id="{03959896-48ED-CDB8-223F-8FF7ECC7DBC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0DCDC399-1B3B-BC0C-5C7C-187A5479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>
            <a:extLst>
              <a:ext uri="{FF2B5EF4-FFF2-40B4-BE49-F238E27FC236}">
                <a16:creationId xmlns:a16="http://schemas.microsoft.com/office/drawing/2014/main" id="{80A1C3DB-BA6F-7377-E9C6-04D3E5D654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Propostas de Trabalho</a:t>
            </a:r>
            <a:endParaRPr lang="en-US" dirty="0"/>
          </a:p>
        </p:txBody>
      </p:sp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5682EBF0-AD16-7182-FD72-52D2628AB70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 Luiza C. Wuillaume</a:t>
            </a:r>
            <a:endParaRPr/>
          </a:p>
        </p:txBody>
      </p:sp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7E239406-69D5-E557-EA89-8C9AF19E99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9ED6D6-7111-5A12-C817-8AC0427EB8DD}"/>
                  </a:ext>
                </a:extLst>
              </p:cNvPr>
              <p:cNvSpPr txBox="1"/>
              <p:nvPr/>
            </p:nvSpPr>
            <p:spPr>
              <a:xfrm>
                <a:off x="677107" y="4065192"/>
                <a:ext cx="6417163" cy="1708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pt-BR" sz="2000" b="1" dirty="0">
                    <a:solidFill>
                      <a:srgbClr val="00B050"/>
                    </a:solidFill>
                  </a:rPr>
                  <a:t>Propostas de Trabalho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pt-BR" sz="1500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pt-BR" dirty="0"/>
                  <a:t>Reproduzir experimentalmente os algoritmos descritos no artigo.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pt-B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pt-BR" dirty="0"/>
                  <a:t>Investigar métricas alternativas à modularidade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, como o </a:t>
                </a:r>
                <a:r>
                  <a:rPr lang="pt-BR" i="1" dirty="0" err="1"/>
                  <a:t>Silhouette</a:t>
                </a:r>
                <a:r>
                  <a:rPr lang="pt-BR" i="1" dirty="0"/>
                  <a:t> Score</a:t>
                </a:r>
                <a:r>
                  <a:rPr lang="pt-BR" dirty="0"/>
                  <a:t>. Quando maior o </a:t>
                </a:r>
                <a:r>
                  <a:rPr lang="pt-BR" i="1" dirty="0" err="1"/>
                  <a:t>Silhouette</a:t>
                </a:r>
                <a:r>
                  <a:rPr lang="pt-BR" i="1" dirty="0"/>
                  <a:t> Score melhor. </a:t>
                </a: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9ED6D6-7111-5A12-C817-8AC0427EB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07" y="4065192"/>
                <a:ext cx="6417163" cy="1708160"/>
              </a:xfrm>
              <a:prstGeom prst="rect">
                <a:avLst/>
              </a:prstGeom>
              <a:blipFill>
                <a:blip r:embed="rId3"/>
                <a:stretch>
                  <a:fillRect l="-950" t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A67AF69-CC17-2784-AFEE-691F7A4876AD}"/>
              </a:ext>
            </a:extLst>
          </p:cNvPr>
          <p:cNvSpPr txBox="1"/>
          <p:nvPr/>
        </p:nvSpPr>
        <p:spPr>
          <a:xfrm>
            <a:off x="677107" y="1535446"/>
            <a:ext cx="61522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070C0"/>
                </a:solidFill>
              </a:rPr>
              <a:t>Motivação da Proposta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B7F251-8096-0EE3-4F13-01CAC0A48D60}"/>
                  </a:ext>
                </a:extLst>
              </p:cNvPr>
              <p:cNvSpPr txBox="1"/>
              <p:nvPr/>
            </p:nvSpPr>
            <p:spPr>
              <a:xfrm>
                <a:off x="677107" y="2031073"/>
                <a:ext cx="5950759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O k-</a:t>
                </a:r>
                <a:r>
                  <a:rPr lang="pt-BR" dirty="0" err="1"/>
                  <a:t>means</a:t>
                </a:r>
                <a:r>
                  <a:rPr lang="pt-BR" dirty="0"/>
                  <a:t> tradicional tende a reduzir sua função de custo, baseada na distância entre os pontos e os centroides dos clusters, conforme o número de comunidades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pt-BR" dirty="0"/>
                  <a:t>aumenta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Para contornar esse problema, o artigo utiliza a modularidade Q. </a:t>
                </a:r>
              </a:p>
              <a:p>
                <a:endParaRPr lang="pt-B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Como trabalho futuro, os autores sugerem investigar métricas tradicionais de validação de </a:t>
                </a:r>
                <a:r>
                  <a:rPr lang="pt-BR" dirty="0" err="1"/>
                  <a:t>clustering</a:t>
                </a:r>
                <a:r>
                  <a:rPr lang="pt-BR" dirty="0"/>
                  <a:t> como alternativa.</a:t>
                </a:r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B7F251-8096-0EE3-4F13-01CAC0A48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07" y="2031073"/>
                <a:ext cx="5950759" cy="1815882"/>
              </a:xfrm>
              <a:prstGeom prst="rect">
                <a:avLst/>
              </a:prstGeom>
              <a:blipFill>
                <a:blip r:embed="rId4"/>
                <a:stretch>
                  <a:fillRect l="-102" t="-671" r="-615" b="-2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Google Shape;125;p19">
            <a:extLst>
              <a:ext uri="{FF2B5EF4-FFF2-40B4-BE49-F238E27FC236}">
                <a16:creationId xmlns:a16="http://schemas.microsoft.com/office/drawing/2014/main" id="{BC755505-7C12-A59A-D354-BEBA3081ABD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pic>
        <p:nvPicPr>
          <p:cNvPr id="4104" name="Picture 8" descr="Elbow Method vs. Silhouette Score: which is better? - GeeksforGeeks">
            <a:extLst>
              <a:ext uri="{FF2B5EF4-FFF2-40B4-BE49-F238E27FC236}">
                <a16:creationId xmlns:a16="http://schemas.microsoft.com/office/drawing/2014/main" id="{926BD62E-DB5B-4DD1-8E02-14503FC8E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270" y="1853635"/>
            <a:ext cx="4766487" cy="315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109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ctrTitle"/>
          </p:nvPr>
        </p:nvSpPr>
        <p:spPr>
          <a:xfrm>
            <a:off x="3780593" y="800861"/>
            <a:ext cx="8254849" cy="346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6000"/>
              <a:buFont typeface="Fira Sans"/>
              <a:buNone/>
            </a:pPr>
            <a:r>
              <a:rPr lang="pt-BR"/>
              <a:t>FIM</a:t>
            </a:r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ubTitle" idx="1"/>
          </p:nvPr>
        </p:nvSpPr>
        <p:spPr>
          <a:xfrm>
            <a:off x="3780593" y="4414058"/>
            <a:ext cx="8289485" cy="90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</a:pPr>
            <a:r>
              <a:rPr lang="pt-BR" dirty="0"/>
              <a:t>Obrigada pela sua atenção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528</Words>
  <Application>Microsoft Office PowerPoint</Application>
  <PresentationFormat>Widescreen</PresentationFormat>
  <Paragraphs>60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Cambria Math</vt:lpstr>
      <vt:lpstr>Fira Sans</vt:lpstr>
      <vt:lpstr>Calibri</vt:lpstr>
      <vt:lpstr>Arial</vt:lpstr>
      <vt:lpstr>Office Theme</vt:lpstr>
      <vt:lpstr>Detecção de Comunidades em Redes Complexas </vt:lpstr>
      <vt:lpstr>Contextualização do Problema:  Detecção de Comunidades em Redes Complexas</vt:lpstr>
      <vt:lpstr>Framework Artigo Base </vt:lpstr>
      <vt:lpstr>Definição das Métricas</vt:lpstr>
      <vt:lpstr>Propostas de Trabalho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Malu Wuillaume (Nokia)</dc:creator>
  <cp:lastModifiedBy>Malu Wuillaume (Nokia)</cp:lastModifiedBy>
  <cp:revision>2</cp:revision>
  <dcterms:modified xsi:type="dcterms:W3CDTF">2026-05-20T19:06:34Z</dcterms:modified>
</cp:coreProperties>
</file>